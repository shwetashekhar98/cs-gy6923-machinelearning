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64F48-8892-3C65-2129-98840A64F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17E65A-406F-2489-6192-8EB65A5C5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87D8-301D-8825-75E6-88ECFAB4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38F-BFBD-C847-A355-0279766CDEA0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8C47A-C8B0-153E-AAFB-7687FCA03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A61A5-4C5C-9646-23F8-D74A32164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266A-8966-104B-8EF7-E79EF618B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95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2F7B-3136-2390-E69E-CC05BC288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53D9D-4D3D-DCB3-2416-34A4AC4B3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2B6E4-6D08-6AED-1B12-803F362DB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38F-BFBD-C847-A355-0279766CDEA0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075AB-B97E-2443-9626-7BA9E9C13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6546E-50D4-2B2D-1A0C-8CE444FF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266A-8966-104B-8EF7-E79EF618B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97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D9360-7816-EEEB-31F0-85677384F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A9D29-4113-3833-CFDD-B125037EB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1443D-3EDF-8EEA-3E59-CB37FB8D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38F-BFBD-C847-A355-0279766CDEA0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04705-89BF-C7C7-5E73-AB039E63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5E965-C92A-1E04-264A-F7787A216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266A-8966-104B-8EF7-E79EF618B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36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9177A-7F68-BA6B-1FB6-D4EDC89B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4FA67-AAE6-B3CB-1D47-CBEE6DC09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360FF-2AFB-8DBE-7388-5434BA535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0BC86-DA50-66B0-207D-E4FF92956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38F-BFBD-C847-A355-0279766CDEA0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CC161-5BDD-0C5F-008C-9774DF844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D74CA-5678-B8A3-A3D4-38E6343D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266A-8966-104B-8EF7-E79EF618B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5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6B48D-F0C2-A065-A9FD-7416F3E00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BF8E7-0153-2E9E-4C9C-7C805AC26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E63E71-CF9D-03C2-0A5F-EBB57BB0E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45FB2A-6EB3-6E65-01FF-918046DCB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96E5C-61A4-A066-37A0-2EB514FBF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3B559D-B1D0-374B-3FCA-49767ED5F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38F-BFBD-C847-A355-0279766CDEA0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DD9C02-6010-8273-F2CC-01387B771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297AAC-AC41-A999-46A9-F9BBAA19A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266A-8966-104B-8EF7-E79EF618B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DAAA3-18CC-4828-C941-A07D31867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D1648A-DFBA-6829-C10A-4D806A765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38F-BFBD-C847-A355-0279766CDEA0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DEB8A-48A5-29EF-51D5-2773C85C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FC510-8705-87ED-F29F-F42751D2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266A-8966-104B-8EF7-E79EF618B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52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BAED2C-9CF5-0253-2763-B9C0CFB32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38F-BFBD-C847-A355-0279766CDEA0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187AEC-AC01-BB06-D800-82271666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2EC1A-08ED-BA6D-FBF4-68C7E24F9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266A-8966-104B-8EF7-E79EF618B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88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6B4B8-0804-B852-0B87-C6AC96CA3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56673-2177-B0D7-9716-3EB43DE5D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322CC-2A5D-5295-3D13-584F94002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2E400-27A4-5EA4-AA7D-C06CF4080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38F-BFBD-C847-A355-0279766CDEA0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7D24A-5669-B958-F86B-7B2EB18C2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53E84-D0AE-A443-A1C1-E2869EA7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266A-8966-104B-8EF7-E79EF618B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24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29485-E079-2DC5-7023-EC6633A38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5D696B-97D7-CD79-72D4-CEAE4402BA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10A97-D2B2-E20F-EE1C-5313FE527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DA1B6-BD02-8B7B-5AC8-78C2A92FC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38F-BFBD-C847-A355-0279766CDEA0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9229E-8B4A-B66C-8A04-BDF50645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5B2D4-39FA-838D-881F-A93B942C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266A-8966-104B-8EF7-E79EF618B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76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0E865-6D66-326B-1733-F3BF15962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6CAE3-A2B9-F226-B0BE-69E3928F7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177D0-67FF-2028-5312-3E6BEB91D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38F-BFBD-C847-A355-0279766CDEA0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43F65-D55A-3B3E-541B-47341C67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4C324-00AF-478A-6A45-34DD9B01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266A-8966-104B-8EF7-E79EF618B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89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7DB4D7-BC1F-A7B0-CB9F-9211D833F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32A96-026D-8549-42C5-7C290DB0B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9862D-7A4E-4907-9D68-15EFF041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38F-BFBD-C847-A355-0279766CDEA0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B4BDE-B69C-44D3-8726-221F89F73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5E234-9EC1-45E8-0225-0293E8C4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266A-8966-104B-8EF7-E79EF618B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0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05A521-BBA1-B6BE-BBB0-338DAE42E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E23EB-BE2C-480B-6736-CD0FCFFB8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D26D2-C55E-6671-A4BC-CF1867C45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ED38F-BFBD-C847-A355-0279766CDEA0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D6500-7F95-6369-84A0-D60D9180E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0E068-95D3-DCA4-C04B-00C43E7AC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2266A-8966-104B-8EF7-E79EF618B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E4C5-172F-02A9-4859-2FBE6D4290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EBF67-071B-2DA7-9F67-0C6A43BCDF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2024</a:t>
            </a:r>
          </a:p>
        </p:txBody>
      </p:sp>
    </p:spTree>
    <p:extLst>
      <p:ext uri="{BB962C8B-B14F-4D97-AF65-F5344CB8AC3E}">
        <p14:creationId xmlns:p14="http://schemas.microsoft.com/office/powerpoint/2010/main" val="174842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673B7-AAF8-C4AD-21A8-9E4533488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4AA97-DCCA-5CDC-90E4-A813CF639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68F300-97A0-B9C0-7B72-2BE0FD799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1819"/>
            <a:ext cx="8347841" cy="585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9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54E8-28A6-3038-6736-3769C78E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09FC9-7073-75B7-BFAE-06A6BA6C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2427B1-1E09-9781-86E5-70BC85A01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72" y="365126"/>
            <a:ext cx="8383848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42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54E8-28A6-3038-6736-3769C78E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09FC9-7073-75B7-BFAE-06A6BA6C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DC0AA1-8B96-816B-4A49-3D17EDA22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9381"/>
            <a:ext cx="8316310" cy="583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460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54E8-28A6-3038-6736-3769C78E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09FC9-7073-75B7-BFAE-06A6BA6C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15F3E-A9FF-66F4-5CFF-6C9DE98F6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40524"/>
            <a:ext cx="8389883" cy="583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76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54E8-28A6-3038-6736-3769C78E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09FC9-7073-75B7-BFAE-06A6BA6C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BF76B54-8DFC-23A0-90E5-196C44832FE5}"/>
              </a:ext>
            </a:extLst>
          </p:cNvPr>
          <p:cNvGrpSpPr/>
          <p:nvPr/>
        </p:nvGrpSpPr>
        <p:grpSpPr>
          <a:xfrm>
            <a:off x="838200" y="307956"/>
            <a:ext cx="7937938" cy="5869007"/>
            <a:chOff x="838200" y="307956"/>
            <a:chExt cx="7937938" cy="586900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131D2F8-CD19-3BEB-5DD1-DFF175E25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307956"/>
              <a:ext cx="7937938" cy="586900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66E4A05-FF21-406D-F0D7-E6C048B25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53770" y="5634639"/>
              <a:ext cx="393700" cy="444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4528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54E8-28A6-3038-6736-3769C78E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09FC9-7073-75B7-BFAE-06A6BA6C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685AC-F01E-C7D7-6541-51176A604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65486"/>
            <a:ext cx="8274269" cy="581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53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54E8-28A6-3038-6736-3769C78E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09FC9-7073-75B7-BFAE-06A6BA6C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4FA120-1263-2FC6-0B3C-37BB3EC5C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60914"/>
            <a:ext cx="8410903" cy="581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83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54E8-28A6-3038-6736-3769C78E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09FC9-7073-75B7-BFAE-06A6BA6C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4A917B-F131-086A-300B-F9B35347B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98297"/>
            <a:ext cx="8505497" cy="587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5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54E8-28A6-3038-6736-3769C78E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09FC9-7073-75B7-BFAE-06A6BA6C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88F096-BA2A-ADB4-5970-7089A79EE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51522"/>
            <a:ext cx="8337331" cy="582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82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BA1246-BCDB-ACC3-595A-49509E261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60485"/>
            <a:ext cx="8274269" cy="58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093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C529F-5583-8DE9-A8D3-5B3786EB8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3047"/>
            <a:ext cx="8358352" cy="587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876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2BF000-D3B7-8322-CC69-A64BC27B4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51028"/>
            <a:ext cx="8400393" cy="582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839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C9BB3D-3888-51EF-1508-9751ED6F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46812"/>
            <a:ext cx="8263759" cy="583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516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34C2E4-8D8C-BB43-054E-AB8D9DA35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1850" y="3906044"/>
            <a:ext cx="368300" cy="190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CDF2EA-ED0D-4C62-E034-AF06966A4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7999"/>
            <a:ext cx="7927428" cy="5808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A4307-1BF0-FC1E-444F-F3C10B9F3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383" y="6003368"/>
            <a:ext cx="3683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453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CFE86-DDC7-146A-C4E1-80FAF252D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71" y="351705"/>
            <a:ext cx="8237483" cy="583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863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F7002-E463-C5F3-3246-7ECE44972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3075"/>
            <a:ext cx="8232228" cy="587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28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B095DF-9C0F-4DA8-4153-653307E6C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4660"/>
            <a:ext cx="8305800" cy="581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15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B576BF-812F-4663-B7DE-8E03D9F09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34751"/>
            <a:ext cx="8400393" cy="584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761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FD4F7-3B67-1A44-2677-96DC4D863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3913"/>
            <a:ext cx="8295290" cy="582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257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10E76F-447B-C2BE-D997-8256B55E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3646"/>
            <a:ext cx="8421414" cy="582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090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30B5E-56FA-23A5-724A-32C11466F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9348"/>
            <a:ext cx="7958959" cy="586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658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Ridge Regression is a type of </a:t>
            </a:r>
            <a:r>
              <a:rPr lang="en-US" b="1" dirty="0"/>
              <a:t>linear regression</a:t>
            </a:r>
            <a:r>
              <a:rPr lang="en-US" dirty="0"/>
              <a:t> that adds a </a:t>
            </a:r>
            <a:r>
              <a:rPr lang="en-US" b="1" dirty="0"/>
              <a:t>regularization term</a:t>
            </a:r>
            <a:r>
              <a:rPr lang="en-US" dirty="0"/>
              <a:t> to the loss function.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C9042D-B285-5492-DA39-B5C586F10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13459"/>
            <a:ext cx="8694683" cy="357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21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DFA69-1776-024A-51AA-E4C7E7177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880898" cy="264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25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A1C0DE-845D-5D72-E4F0-BCBB52269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10113040" cy="194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170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2D46C6-CFF1-0CEF-0C5E-836BE0623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7667"/>
            <a:ext cx="10439400" cy="422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58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4D978-EC3A-44B9-6FAC-C3DD04564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31932"/>
            <a:ext cx="10675183" cy="219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3240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0BECC-7705-D1C9-98D8-E42F1C0F8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9995975" cy="259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542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 Net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51920C-EA57-5AC2-F0E8-3CB51B2A6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4"/>
            <a:ext cx="10454273" cy="294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04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1D1-143A-3732-B8DD-9A691727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 Net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2C0-7839-B91C-9335-967E435A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3215DF-CCB5-0192-9119-DCB27555B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4"/>
            <a:ext cx="9993647" cy="359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626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</TotalTime>
  <Words>41</Words>
  <Application>Microsoft Macintosh PowerPoint</Application>
  <PresentationFormat>Widescreen</PresentationFormat>
  <Paragraphs>11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Machine Learning INET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Ridge Regression</vt:lpstr>
      <vt:lpstr>Ridge Regression</vt:lpstr>
      <vt:lpstr>Lasso Regression</vt:lpstr>
      <vt:lpstr>Lasso Regression</vt:lpstr>
      <vt:lpstr>Lasso Regression</vt:lpstr>
      <vt:lpstr>Lasso Regression</vt:lpstr>
      <vt:lpstr>Elastic Net Regression</vt:lpstr>
      <vt:lpstr>Elastic Net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10</cp:revision>
  <dcterms:created xsi:type="dcterms:W3CDTF">2024-10-21T18:47:14Z</dcterms:created>
  <dcterms:modified xsi:type="dcterms:W3CDTF">2024-10-22T20:58:14Z</dcterms:modified>
</cp:coreProperties>
</file>