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0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78"/>
    <p:restoredTop sz="94719"/>
  </p:normalViewPr>
  <p:slideViewPr>
    <p:cSldViewPr snapToGrid="0">
      <p:cViewPr varScale="1">
        <p:scale>
          <a:sx n="148" d="100"/>
          <a:sy n="148" d="100"/>
        </p:scale>
        <p:origin x="11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85B3E-9D9E-E724-4CB3-BBABE56CDA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9F99D-83CF-8B08-8F55-C5B542A09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6EE27-2410-19C2-DD6B-3EF9EC42B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5D5A7-E77E-FA4E-8D09-5D4A0F55CEA3}" type="datetimeFigureOut">
              <a:rPr lang="en-US" smtClean="0"/>
              <a:t>9/10/24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B3518-7E41-45BC-3A3D-53121F8D1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37370-3FB3-1644-F6E5-5B297B61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AED35-FF0D-2348-B445-4853F0991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046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141B0-A778-6D19-7114-69EF09E04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FBEDF-98E7-8B12-3174-C762FF5F2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79610-AD6E-3668-FAFA-761A20690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5D5A7-E77E-FA4E-8D09-5D4A0F55CEA3}" type="datetimeFigureOut">
              <a:rPr lang="en-US" smtClean="0"/>
              <a:t>9/10/24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F9744-DE5C-C4D9-C3D0-26B1CD661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56E80-4576-975B-FA69-13696290E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AED35-FF0D-2348-B445-4853F0991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551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55B4E-F967-BBE9-DAFF-C654E3061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B0C30-7814-D1B9-C176-58C1FDBE4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34683-4DE7-91CD-773E-9F7BF15C3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5D5A7-E77E-FA4E-8D09-5D4A0F55CEA3}" type="datetimeFigureOut">
              <a:rPr lang="en-US" smtClean="0"/>
              <a:t>9/10/24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0181B-FBB5-597D-0E56-E3FB5B73A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CAEA7-A915-4CEB-5444-307BDAAD4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AED35-FF0D-2348-B445-4853F0991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17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162AF-DBBF-3F60-68BF-81C9B1BD2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91B93-22DC-8E46-A652-E3B1745F2C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503DEA-397F-23DF-B9E5-EC4615B0BD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9FD4BF-4E99-E0CC-64C7-AD673BB45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5D5A7-E77E-FA4E-8D09-5D4A0F55CEA3}" type="datetimeFigureOut">
              <a:rPr lang="en-US" smtClean="0"/>
              <a:t>9/10/24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FA3BF-4E24-40BB-32EB-1C7974B9C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563D4-8023-CC81-7646-C3AD39E8A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AED35-FF0D-2348-B445-4853F0991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06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47433-F3A6-FA7F-46E4-968F9CB00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B73D7-A894-F88A-50EC-436A32545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E5513-1885-30DF-0274-26632AE523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FF7CB6-F5E7-127B-8A39-55CD01A422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7B9090-E29A-D7B2-66F8-D8DDE137D8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BE8A7D-62BC-C874-EE15-A921E039C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5D5A7-E77E-FA4E-8D09-5D4A0F55CEA3}" type="datetimeFigureOut">
              <a:rPr lang="en-US" smtClean="0"/>
              <a:t>9/10/24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DCC2D6-846A-DF29-A0CF-E3E3E9C7F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3CD809-9B29-4643-73FD-B27B44E1A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AED35-FF0D-2348-B445-4853F0991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064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DF10B-CF04-F61F-356C-B33370B68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ABEC9E-3BB4-1FEE-675E-403A7E9AA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5D5A7-E77E-FA4E-8D09-5D4A0F55CEA3}" type="datetimeFigureOut">
              <a:rPr lang="en-US" smtClean="0"/>
              <a:t>9/10/24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0184D-85EB-740A-4D22-F29B732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50DB7E-828D-C755-2E79-4D952FCE0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AED35-FF0D-2348-B445-4853F0991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014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D8D55E-51D1-602D-79D3-56829A5F6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5D5A7-E77E-FA4E-8D09-5D4A0F55CEA3}" type="datetimeFigureOut">
              <a:rPr lang="en-US" smtClean="0"/>
              <a:t>9/10/24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223D0-5BA4-68DB-EF95-652AD675B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92BB9-766E-AA18-6C41-8B3E44F2D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AED35-FF0D-2348-B445-4853F0991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74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B7BF9-B2DC-FB8F-D347-88149D497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5D024-58D6-A91D-7E7F-EF0803869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B2EF9A-69AF-867F-91CD-073C1C8280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23A7B8-A173-4AD1-BAF7-E17383774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5D5A7-E77E-FA4E-8D09-5D4A0F55CEA3}" type="datetimeFigureOut">
              <a:rPr lang="en-US" smtClean="0"/>
              <a:t>9/10/24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43932-0658-A13A-6509-310EB311F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3E954-ED38-5E8F-8C29-D31AD3537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AED35-FF0D-2348-B445-4853F0991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090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D94E7-1CD3-CCC1-33AF-83D0EFECF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43B0A2-E9C3-A129-0A66-7533923CD4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7BEB44-6980-9B40-93B6-3CF594DFE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1F88F-AA75-7692-682B-4E6799686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5D5A7-E77E-FA4E-8D09-5D4A0F55CEA3}" type="datetimeFigureOut">
              <a:rPr lang="en-US" smtClean="0"/>
              <a:t>9/10/24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2FEE37-E0E9-0F78-0781-CC664FC29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612023-1B50-7745-BB6D-57E3CAAC7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AED35-FF0D-2348-B445-4853F0991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04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2E4E0-F3D4-9D3B-6B24-2B758AD67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62FE50-EDC2-16D5-9AF0-B5D623A7C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B88BC-508A-32CA-6F26-6D0169643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5D5A7-E77E-FA4E-8D09-5D4A0F55CEA3}" type="datetimeFigureOut">
              <a:rPr lang="en-US" smtClean="0"/>
              <a:t>9/10/24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1543A-717D-A63C-47CF-4946CBBE0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917D6-05CA-BE8D-455C-8F8D24C97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AED35-FF0D-2348-B445-4853F0991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940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53EE24-4526-ADE6-83B2-F8E2D780E5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155373-FF9C-B539-722E-464D374DD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92FC9-00CC-8816-F0ED-A93128F02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5D5A7-E77E-FA4E-8D09-5D4A0F55CEA3}" type="datetimeFigureOut">
              <a:rPr lang="en-US" smtClean="0"/>
              <a:t>9/10/24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F2EE7-DEBA-4212-05CD-AFDA5D3D3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D8980-73A0-EF0A-16BB-1A9745FB3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AED35-FF0D-2348-B445-4853F0991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343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79234C-C428-CD4E-C3DD-6B166A77E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9C0F49-F0CB-E836-B9D3-B3B5AF346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13855-5887-733D-0CEB-E37808B446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5D5A7-E77E-FA4E-8D09-5D4A0F55CEA3}" type="datetimeFigureOut">
              <a:rPr lang="en-US" smtClean="0"/>
              <a:t>9/10/24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A51ED-C0BC-9CD1-6A77-417C0A2BE6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78B90-BB5F-7D1F-1DAB-DD641733BC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AED35-FF0D-2348-B445-4853F0991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188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svivek.com/teaching/lectures/slides/perceptron/perceptron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362AE-E370-5ABD-85C5-0286228B94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 INET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9013B5-146C-3760-7DE1-DBDD833BC1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2024</a:t>
            </a:r>
          </a:p>
        </p:txBody>
      </p:sp>
    </p:spTree>
    <p:extLst>
      <p:ext uri="{BB962C8B-B14F-4D97-AF65-F5344CB8AC3E}">
        <p14:creationId xmlns:p14="http://schemas.microsoft.com/office/powerpoint/2010/main" val="4112036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1C0E3-2350-6597-8BEC-EFFB5C05F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Perceptron and Adaline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542378-6F66-532A-96C4-2D386AB59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294" y="1552575"/>
            <a:ext cx="7696200" cy="494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472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CA205-2AA6-D78D-D9C8-4CC900171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Perceptron and Adaline - similarities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5B48A-2EC1-8844-2A9D-612DD1153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Binary classifiers</a:t>
            </a:r>
          </a:p>
          <a:p>
            <a:r>
              <a:rPr lang="en-US" dirty="0"/>
              <a:t>Linear classifiers</a:t>
            </a:r>
          </a:p>
          <a:p>
            <a:r>
              <a:rPr lang="en-US" dirty="0"/>
              <a:t>Online algorithms</a:t>
            </a:r>
          </a:p>
          <a:p>
            <a:r>
              <a:rPr lang="en-US" dirty="0"/>
              <a:t>Iterative algorithms</a:t>
            </a:r>
          </a:p>
          <a:p>
            <a:r>
              <a:rPr lang="en-US" dirty="0"/>
              <a:t>Mistake-driven algorithms</a:t>
            </a:r>
          </a:p>
          <a:p>
            <a:r>
              <a:rPr lang="en-US" dirty="0"/>
              <a:t>Both use a threshold function (=sign function) </a:t>
            </a:r>
          </a:p>
        </p:txBody>
      </p:sp>
    </p:spTree>
    <p:extLst>
      <p:ext uri="{BB962C8B-B14F-4D97-AF65-F5344CB8AC3E}">
        <p14:creationId xmlns:p14="http://schemas.microsoft.com/office/powerpoint/2010/main" val="2697920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EAC6-D730-24D0-72CC-4F4B11F6D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Perceptron and Adaline - similarities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5CF5A-533C-B005-7501-205A79470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Overall algorithms: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52E16C-8A17-E636-6F6C-033E643DB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43200"/>
            <a:ext cx="8443310" cy="189186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601699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CA205-2AA6-D78D-D9C8-4CC900171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Perceptron and Adaline - difference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5B48A-2EC1-8844-2A9D-612DD1153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they update the weights</a:t>
            </a:r>
          </a:p>
          <a:p>
            <a:pPr lvl="1"/>
            <a:r>
              <a:rPr lang="en-US" dirty="0"/>
              <a:t>Perceptron: </a:t>
            </a:r>
          </a:p>
          <a:p>
            <a:pPr lvl="1"/>
            <a:r>
              <a:rPr lang="en-US" dirty="0"/>
              <a:t>Adaline: gradient descent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E476F5-8347-43D9-EEDA-B9FEC9AD3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724" y="2302204"/>
            <a:ext cx="2379717" cy="40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552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E10637-CAED-A0AA-5409-1971480FE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61" y="207865"/>
            <a:ext cx="9593317" cy="613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222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F6C56-ECCD-8098-73B9-3017E7EE3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39CF2-486D-4D62-180A-632AF996A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A3A547-460D-5514-713E-CE27AFA2E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58" y="148881"/>
            <a:ext cx="9425152" cy="656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056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86181-B451-D277-6D90-419FA8D52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32AAD-07EF-5532-2A55-C6B0B88B2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661F6E-B805-72BF-3D17-A3FD26E69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66" y="254948"/>
            <a:ext cx="8784020" cy="6237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941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86181-B451-D277-6D90-419FA8D52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32AAD-07EF-5532-2A55-C6B0B88B2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0E10B3-B9F5-C35D-627B-C6ECB90DF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10" y="338662"/>
            <a:ext cx="9351580" cy="607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640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86181-B451-D277-6D90-419FA8D52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32AAD-07EF-5532-2A55-C6B0B88B2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B6E9E7-67A8-6803-5C04-87526BA34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93" y="267074"/>
            <a:ext cx="9614338" cy="601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971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86181-B451-D277-6D90-419FA8D52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32AAD-07EF-5532-2A55-C6B0B88B2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437D2A-1B5C-F905-03D7-AC8BA3B5E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142780"/>
            <a:ext cx="9256987" cy="603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737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86181-B451-D277-6D90-419FA8D52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32AAD-07EF-5532-2A55-C6B0B88B2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BB17C0-03A4-C8D1-7CA8-8FA58B77A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310" y="187164"/>
            <a:ext cx="8826062" cy="598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076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86181-B451-D277-6D90-419FA8D52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32AAD-07EF-5532-2A55-C6B0B88B2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CB0ECA-05CB-E55D-7D7F-8BF2F4A64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47" y="365125"/>
            <a:ext cx="8666939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123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86181-B451-D277-6D90-419FA8D52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32AAD-07EF-5532-2A55-C6B0B88B2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6A9144-A235-BBC1-EA2A-5FF0EA3B3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311" y="340320"/>
            <a:ext cx="8731468" cy="5836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268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86181-B451-D277-6D90-419FA8D52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32AAD-07EF-5532-2A55-C6B0B88B2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ACFF4A-F583-FA8C-2122-291FB8796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61" y="365126"/>
            <a:ext cx="9208757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075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8865-B0AF-406A-BEF0-EE0DFF704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27760-3D80-6753-7719-F6B412DD7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F883EC-7206-03F1-0210-79203BE44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0999"/>
            <a:ext cx="8736724" cy="584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300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28FC6-5661-C875-AF66-A246DC82F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7874B-83C0-B1FB-AA36-5DCA75A7B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A5E6EA-6CD2-8F31-3DCE-158BC94C9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18" y="313996"/>
            <a:ext cx="8836572" cy="592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686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28FC6-5661-C875-AF66-A246DC82F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7874B-83C0-B1FB-AA36-5DCA75A7B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9C83C3-4AD3-8E47-7D9F-E14B6D812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372" y="356805"/>
            <a:ext cx="8395138" cy="582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734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28FC6-5661-C875-AF66-A246DC82F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7874B-83C0-B1FB-AA36-5DCA75A7B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0A48BA-D789-8FFB-CA44-C7F640E3E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58" y="227862"/>
            <a:ext cx="8752490" cy="594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9722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362AE-E370-5ABD-85C5-0286228B94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Variants of Perceptron</a:t>
            </a:r>
          </a:p>
        </p:txBody>
      </p:sp>
    </p:spTree>
    <p:extLst>
      <p:ext uri="{BB962C8B-B14F-4D97-AF65-F5344CB8AC3E}">
        <p14:creationId xmlns:p14="http://schemas.microsoft.com/office/powerpoint/2010/main" val="1789887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28FC6-5661-C875-AF66-A246DC82F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7874B-83C0-B1FB-AA36-5DCA75A7B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629598-512D-4B2E-8EF1-FA56C53C8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347149"/>
            <a:ext cx="8500241" cy="59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040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28FC6-5661-C875-AF66-A246DC82F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7874B-83C0-B1FB-AA36-5DCA75A7B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511BBB-E3AC-CAF3-8F91-07ED7FFE0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72" y="281593"/>
            <a:ext cx="8027276" cy="610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6946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28FC6-5661-C875-AF66-A246DC82F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Adaline = Adaptive Linear Neuron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7874B-83C0-B1FB-AA36-5DCA75A7B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Adaline is a single layer neural network with multiple nodes </a:t>
            </a:r>
          </a:p>
          <a:p>
            <a:endParaRPr lang="en-US" dirty="0">
              <a:solidFill>
                <a:srgbClr val="202122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b="0" i="0" dirty="0">
              <a:solidFill>
                <a:srgbClr val="202122"/>
              </a:solidFill>
              <a:effectLst/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solidFill>
                <a:srgbClr val="202122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b="0" i="0" dirty="0">
              <a:solidFill>
                <a:srgbClr val="202122"/>
              </a:solidFill>
              <a:effectLst/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solidFill>
                <a:srgbClr val="202122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b="0" i="0" dirty="0">
              <a:solidFill>
                <a:srgbClr val="202122"/>
              </a:solidFill>
              <a:effectLst/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A </a:t>
            </a:r>
            <a:r>
              <a:rPr lang="en-US" b="1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ultilayer network of </a:t>
            </a:r>
            <a:r>
              <a:rPr lang="en-US" b="1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ADALINE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 units is a </a:t>
            </a:r>
            <a:r>
              <a:rPr lang="en-US" b="1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MADALINE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4EC6A9-EE70-F246-EAAE-AF34C8EB9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793" y="2356483"/>
            <a:ext cx="7772400" cy="288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4215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28FC6-5661-C875-AF66-A246DC82F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Adaline – learning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87874B-83C0-B1FB-AA36-5DCA75A7B4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is the output of the model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target output, then for each data point, the error is: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=(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Minimizing this error means getting derivative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w.r.t to </a:t>
                </a:r>
                <a:r>
                  <a:rPr lang="en-US" i="1" dirty="0"/>
                  <a:t>w</a:t>
                </a:r>
                <a:r>
                  <a:rPr lang="en-US" dirty="0"/>
                  <a:t> gives: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87874B-83C0-B1FB-AA36-5DCA75A7B4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16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18237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28FC6-5661-C875-AF66-A246DC82F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for slides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7874B-83C0-B1FB-AA36-5DCA75A7B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https://svivek.com/teaching/lectures/slides/perceptron/perceptron.pdf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066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161</Words>
  <Application>Microsoft Macintosh PowerPoint</Application>
  <PresentationFormat>Widescreen</PresentationFormat>
  <Paragraphs>36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Office Theme</vt:lpstr>
      <vt:lpstr>Machine Learning INET</vt:lpstr>
      <vt:lpstr>Perceptron and Adaline </vt:lpstr>
      <vt:lpstr>Perceptron and Adaline - similarities </vt:lpstr>
      <vt:lpstr>Perceptron and Adaline - similarities</vt:lpstr>
      <vt:lpstr>Perceptron and Adaline - difference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Variants of Perceptron</vt:lpstr>
      <vt:lpstr>PowerPoint Presentation</vt:lpstr>
      <vt:lpstr>PowerPoint Presentation</vt:lpstr>
      <vt:lpstr>Adaline = Adaptive Linear Neuron</vt:lpstr>
      <vt:lpstr>Adaline – learning rule</vt:lpstr>
      <vt:lpstr>Reference for slides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11</cp:revision>
  <dcterms:created xsi:type="dcterms:W3CDTF">2024-09-03T21:44:57Z</dcterms:created>
  <dcterms:modified xsi:type="dcterms:W3CDTF">2024-09-10T23:04:51Z</dcterms:modified>
</cp:coreProperties>
</file>