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3" r:id="rId1"/>
    <p:sldMasterId id="2147483694" r:id="rId2"/>
  </p:sldMasterIdLst>
  <p:notesMasterIdLst>
    <p:notesMasterId r:id="rId36"/>
  </p:notesMasterIdLst>
  <p:sldIdLst>
    <p:sldId id="256" r:id="rId3"/>
    <p:sldId id="259" r:id="rId4"/>
    <p:sldId id="445" r:id="rId5"/>
    <p:sldId id="447" r:id="rId6"/>
    <p:sldId id="261" r:id="rId7"/>
    <p:sldId id="372" r:id="rId8"/>
    <p:sldId id="430" r:id="rId9"/>
    <p:sldId id="263" r:id="rId10"/>
    <p:sldId id="379" r:id="rId11"/>
    <p:sldId id="264" r:id="rId12"/>
    <p:sldId id="262" r:id="rId13"/>
    <p:sldId id="371" r:id="rId14"/>
    <p:sldId id="375" r:id="rId15"/>
    <p:sldId id="376" r:id="rId16"/>
    <p:sldId id="265" r:id="rId17"/>
    <p:sldId id="378" r:id="rId18"/>
    <p:sldId id="377" r:id="rId19"/>
    <p:sldId id="266" r:id="rId20"/>
    <p:sldId id="267" r:id="rId21"/>
    <p:sldId id="268" r:id="rId22"/>
    <p:sldId id="269" r:id="rId23"/>
    <p:sldId id="420" r:id="rId24"/>
    <p:sldId id="272" r:id="rId25"/>
    <p:sldId id="419" r:id="rId26"/>
    <p:sldId id="422" r:id="rId27"/>
    <p:sldId id="446" r:id="rId28"/>
    <p:sldId id="277" r:id="rId29"/>
    <p:sldId id="279" r:id="rId30"/>
    <p:sldId id="280" r:id="rId31"/>
    <p:sldId id="281" r:id="rId32"/>
    <p:sldId id="282" r:id="rId33"/>
    <p:sldId id="283" r:id="rId34"/>
    <p:sldId id="448" r:id="rId35"/>
  </p:sldIdLst>
  <p:sldSz cx="9144000" cy="5143500" type="screen16x9"/>
  <p:notesSz cx="6858000" cy="9144000"/>
  <p:embeddedFontLst>
    <p:embeddedFont>
      <p:font typeface="Fira Sans" panose="020B0503050000020004" pitchFamily="34" charset="0"/>
      <p:regular r:id="rId37"/>
      <p:bold r:id="rId38"/>
      <p:italic r:id="rId39"/>
      <p:boldItalic r:id="rId40"/>
    </p:embeddedFont>
    <p:embeddedFont>
      <p:font typeface="Roboto" panose="020000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
          <p15:clr>
            <a:srgbClr val="A4A3A4"/>
          </p15:clr>
        </p15:guide>
        <p15:guide id="3" pos="460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29"/>
    <p:restoredTop sz="87279"/>
  </p:normalViewPr>
  <p:slideViewPr>
    <p:cSldViewPr snapToGrid="0">
      <p:cViewPr varScale="1">
        <p:scale>
          <a:sx n="148" d="100"/>
          <a:sy n="148" d="100"/>
        </p:scale>
        <p:origin x="1296" y="176"/>
      </p:cViewPr>
      <p:guideLst>
        <p:guide orient="horz" pos="1620"/>
        <p:guide pos="288"/>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3.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6.fntdata"/><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7.fntdata"/><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2.fntdata"/><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1259069cf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3" name="Google Shape;203;g11259069cf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9452aec9cd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9452aec9cd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9452aec9cd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9452aec9cd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6659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9452aec9cd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9452aec9cd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4296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92990e4dd2_0_6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92990e4dd2_0_6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92990e4dd2_0_6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92990e4dd2_0_6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6824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92990e4dd2_0_6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92990e4dd2_0_6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1593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93129ae03a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293129ae03a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293129ae03a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293129ae03a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69787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93129ae03a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93129ae03a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Post-layer normalization was in transformer paper. It is tricky to train from scratch as gradients can diverge.  For this reason you will often see a concept known as learning rate warm-up.</a:t>
            </a:r>
          </a:p>
          <a:p>
            <a:pPr marL="0" lvl="0" indent="0" algn="l" rtl="0">
              <a:spcBef>
                <a:spcPts val="0"/>
              </a:spcBef>
              <a:spcAft>
                <a:spcPts val="0"/>
              </a:spcAft>
              <a:buNone/>
            </a:pPr>
            <a:r>
              <a:rPr lang="en-US" dirty="0"/>
              <a:t>Pre-layer normalization is most common arrangement. This tend to be much more stable during training and does not require any learning rate warm up.</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93129ae03a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293129ae03a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92990e4dd2_0_6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92990e4dd2_0_6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21724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93129ae03a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293129ae03a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222222"/>
                </a:solidFill>
                <a:effectLst/>
                <a:latin typeface="Helvetica" pitchFamily="2" charset="0"/>
              </a:rPr>
              <a:t>The encoder start by processing the input sequence. The output of the top encoder is then transformed into a set of attention vectors K and V. These are to be used by each decoder in its “encoder-decoder attention” layer which helps the decoder focus on appropriate places in the input sequence:</a:t>
            </a:r>
            <a:endParaRPr dirty="0"/>
          </a:p>
        </p:txBody>
      </p:sp>
    </p:spTree>
    <p:extLst>
      <p:ext uri="{BB962C8B-B14F-4D97-AF65-F5344CB8AC3E}">
        <p14:creationId xmlns:p14="http://schemas.microsoft.com/office/powerpoint/2010/main" val="18984582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93129ae03a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293129ae03a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222222"/>
                </a:solidFill>
                <a:effectLst/>
                <a:latin typeface="Helvetica" pitchFamily="2" charset="0"/>
              </a:rPr>
              <a:t>The following steps repeat the process until a special </a:t>
            </a:r>
            <a:r>
              <a:rPr lang="en-US" dirty="0"/>
              <a:t>symbol is reached indicating the transformer decoder has completed its output. The output of each step is fed to the bottom decoder in the next time step, and the decoders bubble up their decoding results just like the encoders did. And just like we did with the encoder inputs, we embed and add positional encoding to those decoder inputs to indicate the position of each word.</a:t>
            </a:r>
            <a:endParaRPr dirty="0"/>
          </a:p>
        </p:txBody>
      </p:sp>
    </p:spTree>
    <p:extLst>
      <p:ext uri="{BB962C8B-B14F-4D97-AF65-F5344CB8AC3E}">
        <p14:creationId xmlns:p14="http://schemas.microsoft.com/office/powerpoint/2010/main" val="26401222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93129ae03a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293129ae03a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93129ae03a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293129ae03a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3038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93129ae03a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293129ae03a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28067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93129ae03a_1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293129ae03a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9319208397_1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9319208397_1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9319208397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9319208397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292990e4dd2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6" name="Google Shape;296;g292990e4dd2_0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Why are these topics important?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925160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29319208397_1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29319208397_1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Represent everything as a sequence</a:t>
            </a:r>
          </a:p>
          <a:p>
            <a:pPr marL="0" lvl="0" indent="0" algn="l" rtl="0">
              <a:spcBef>
                <a:spcPts val="0"/>
              </a:spcBef>
              <a:spcAft>
                <a:spcPts val="0"/>
              </a:spcAft>
              <a:buNone/>
            </a:pPr>
            <a:r>
              <a:rPr lang="en-US" dirty="0"/>
              <a:t>And to make it multi-task: in front of each task add a prefix to describe the task. The task prefix is placed in front of input.</a:t>
            </a:r>
          </a:p>
          <a:p>
            <a:pPr marL="0" lvl="0" indent="0" algn="l" rtl="0">
              <a:spcBef>
                <a:spcPts val="0"/>
              </a:spcBef>
              <a:spcAft>
                <a:spcPts val="0"/>
              </a:spcAft>
              <a:buNone/>
            </a:pPr>
            <a:endParaRPr lang="en-US" dirty="0"/>
          </a:p>
          <a:p>
            <a:pPr algn="l">
              <a:buFont typeface="+mj-lt"/>
              <a:buAutoNum type="arabicPeriod"/>
            </a:pPr>
            <a:r>
              <a:rPr lang="en-US" b="0" i="0" dirty="0">
                <a:solidFill>
                  <a:srgbClr val="29261B"/>
                </a:solidFill>
                <a:effectLst/>
                <a:latin typeface="-apple-system"/>
              </a:rPr>
              <a:t>Input Representation</a:t>
            </a:r>
          </a:p>
          <a:p>
            <a:pPr algn="l">
              <a:buFont typeface="Arial" panose="020B0604020202020204" pitchFamily="34" charset="0"/>
              <a:buChar char="•"/>
            </a:pPr>
            <a:r>
              <a:rPr lang="en-US" b="0" i="0" dirty="0">
                <a:solidFill>
                  <a:srgbClr val="29261B"/>
                </a:solidFill>
                <a:effectLst/>
                <a:latin typeface="-apple-system"/>
              </a:rPr>
              <a:t>The input sequence is packed together with a task descriptor string into one contiguous sequence.</a:t>
            </a:r>
          </a:p>
          <a:p>
            <a:pPr algn="l">
              <a:buFont typeface="Arial" panose="020B0604020202020204" pitchFamily="34" charset="0"/>
              <a:buChar char="•"/>
            </a:pPr>
            <a:r>
              <a:rPr lang="en-US" b="0" i="0" dirty="0">
                <a:solidFill>
                  <a:srgbClr val="29261B"/>
                </a:solidFill>
                <a:effectLst/>
                <a:latin typeface="-apple-system"/>
              </a:rPr>
              <a:t>For example, the task could be "translate English to French" and the input is the English sentence.</a:t>
            </a:r>
          </a:p>
          <a:p>
            <a:pPr algn="l">
              <a:buFont typeface="+mj-lt"/>
              <a:buAutoNum type="arabicPeriod" startAt="2"/>
            </a:pPr>
            <a:r>
              <a:rPr lang="en-US" b="0" i="0" dirty="0">
                <a:solidFill>
                  <a:srgbClr val="29261B"/>
                </a:solidFill>
                <a:effectLst/>
                <a:latin typeface="-apple-system"/>
              </a:rPr>
              <a:t>Pre-training Objective</a:t>
            </a:r>
          </a:p>
          <a:p>
            <a:pPr algn="l">
              <a:buFont typeface="Arial" panose="020B0604020202020204" pitchFamily="34" charset="0"/>
              <a:buChar char="•"/>
            </a:pPr>
            <a:r>
              <a:rPr lang="en-US" b="0" i="0" dirty="0">
                <a:solidFill>
                  <a:srgbClr val="29261B"/>
                </a:solidFill>
                <a:effectLst/>
                <a:latin typeface="-apple-system"/>
              </a:rPr>
              <a:t>15% of the time, randomly mask out some tokens from the input sequence.</a:t>
            </a:r>
          </a:p>
          <a:p>
            <a:pPr algn="l">
              <a:buFont typeface="Arial" panose="020B0604020202020204" pitchFamily="34" charset="0"/>
              <a:buChar char="•"/>
            </a:pPr>
            <a:r>
              <a:rPr lang="en-US" b="0" i="0" dirty="0">
                <a:solidFill>
                  <a:srgbClr val="29261B"/>
                </a:solidFill>
                <a:effectLst/>
                <a:latin typeface="-apple-system"/>
              </a:rPr>
              <a:t>The model is trained to reconstruct the masked out tokens, similar to BERT's masked language modeling.</a:t>
            </a:r>
          </a:p>
          <a:p>
            <a:pPr algn="l">
              <a:buFont typeface="+mj-lt"/>
              <a:buAutoNum type="arabicPeriod" startAt="3"/>
            </a:pPr>
            <a:r>
              <a:rPr lang="en-US" b="0" i="0" dirty="0">
                <a:solidFill>
                  <a:srgbClr val="29261B"/>
                </a:solidFill>
                <a:effectLst/>
                <a:latin typeface="-apple-system"/>
              </a:rPr>
              <a:t>Denoising Objective</a:t>
            </a:r>
          </a:p>
          <a:p>
            <a:pPr algn="l">
              <a:buFont typeface="Arial" panose="020B0604020202020204" pitchFamily="34" charset="0"/>
              <a:buChar char="•"/>
            </a:pPr>
            <a:r>
              <a:rPr lang="en-US" b="0" i="0" dirty="0">
                <a:solidFill>
                  <a:srgbClr val="29261B"/>
                </a:solidFill>
                <a:effectLst/>
                <a:latin typeface="-apple-system"/>
              </a:rPr>
              <a:t>For the rest 85% of instances, corrupt the input by applying noise functions like token deletion, insertion </a:t>
            </a:r>
            <a:r>
              <a:rPr lang="en-US" b="0" i="0" dirty="0" err="1">
                <a:solidFill>
                  <a:srgbClr val="29261B"/>
                </a:solidFill>
                <a:effectLst/>
                <a:latin typeface="-apple-system"/>
              </a:rPr>
              <a:t>etc</a:t>
            </a:r>
            <a:r>
              <a:rPr lang="en-US" b="0" i="0" dirty="0">
                <a:solidFill>
                  <a:srgbClr val="29261B"/>
                </a:solidFill>
                <a:effectLst/>
                <a:latin typeface="-apple-system"/>
              </a:rPr>
              <a:t> stochastically.</a:t>
            </a:r>
          </a:p>
          <a:p>
            <a:pPr algn="l">
              <a:buFont typeface="Arial" panose="020B0604020202020204" pitchFamily="34" charset="0"/>
              <a:buChar char="•"/>
            </a:pPr>
            <a:r>
              <a:rPr lang="en-US" b="0" i="0" dirty="0">
                <a:solidFill>
                  <a:srgbClr val="29261B"/>
                </a:solidFill>
                <a:effectLst/>
                <a:latin typeface="-apple-system"/>
              </a:rPr>
              <a:t>Train the model to reconstruct the original, uncorrupted input.</a:t>
            </a:r>
          </a:p>
          <a:p>
            <a:pPr algn="l">
              <a:buFont typeface="+mj-lt"/>
              <a:buAutoNum type="arabicPeriod" startAt="4"/>
            </a:pPr>
            <a:r>
              <a:rPr lang="en-US" b="0" i="0" dirty="0">
                <a:solidFill>
                  <a:srgbClr val="29261B"/>
                </a:solidFill>
                <a:effectLst/>
                <a:latin typeface="-apple-system"/>
              </a:rPr>
              <a:t>Encoder-Decoder Modeling</a:t>
            </a:r>
          </a:p>
          <a:p>
            <a:pPr algn="l">
              <a:buFont typeface="Arial" panose="020B0604020202020204" pitchFamily="34" charset="0"/>
              <a:buChar char="•"/>
            </a:pPr>
            <a:r>
              <a:rPr lang="en-US" b="0" i="0" dirty="0">
                <a:solidFill>
                  <a:srgbClr val="29261B"/>
                </a:solidFill>
                <a:effectLst/>
                <a:latin typeface="-apple-system"/>
              </a:rPr>
              <a:t>The encoder takes the corrupted sequence as input and generates encoder representations.</a:t>
            </a:r>
          </a:p>
          <a:p>
            <a:pPr algn="l">
              <a:buFont typeface="Arial" panose="020B0604020202020204" pitchFamily="34" charset="0"/>
              <a:buChar char="•"/>
            </a:pPr>
            <a:r>
              <a:rPr lang="en-US" b="0" i="0" dirty="0">
                <a:solidFill>
                  <a:srgbClr val="29261B"/>
                </a:solidFill>
                <a:effectLst/>
                <a:latin typeface="-apple-system"/>
              </a:rPr>
              <a:t>The decoder attends to these representations to reconstruct the original input sequence from the perturbations.</a:t>
            </a:r>
          </a:p>
          <a:p>
            <a:pPr marL="0" lvl="0" indent="0" algn="l" rtl="0">
              <a:spcBef>
                <a:spcPts val="0"/>
              </a:spcBef>
              <a:spcAft>
                <a:spcPts val="0"/>
              </a:spcAft>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29319208397_1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29319208397_1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Represent everything as a sequence</a:t>
            </a:r>
          </a:p>
          <a:p>
            <a:pPr marL="0" lvl="0" indent="0" algn="l" rtl="0">
              <a:spcBef>
                <a:spcPts val="0"/>
              </a:spcBef>
              <a:spcAft>
                <a:spcPts val="0"/>
              </a:spcAft>
              <a:buNone/>
            </a:pPr>
            <a:r>
              <a:rPr lang="en-US" dirty="0"/>
              <a:t>And to make it multi-task: in front of each task add a prefix to describe the task. The task prefix is placed in front of input.</a:t>
            </a:r>
          </a:p>
          <a:p>
            <a:pPr marL="0" lvl="0" indent="0" algn="l" rtl="0">
              <a:spcBef>
                <a:spcPts val="0"/>
              </a:spcBef>
              <a:spcAft>
                <a:spcPts val="0"/>
              </a:spcAft>
              <a:buNone/>
            </a:pPr>
            <a:r>
              <a:rPr lang="en-US" b="0" i="0" dirty="0">
                <a:solidFill>
                  <a:srgbClr val="29261B"/>
                </a:solidFill>
                <a:effectLst/>
                <a:latin typeface="-apple-system"/>
              </a:rPr>
              <a:t>COLA refers to the Corpus of Linguistic Acceptability, a dataset consisting of English sentences labeled as either grammatically acceptable or unacceptable.</a:t>
            </a:r>
          </a:p>
          <a:p>
            <a:pPr marL="0" lvl="0" indent="0" algn="l" rtl="0">
              <a:spcBef>
                <a:spcPts val="0"/>
              </a:spcBef>
              <a:spcAft>
                <a:spcPts val="0"/>
              </a:spcAft>
              <a:buNone/>
            </a:pPr>
            <a:r>
              <a:rPr lang="en-US" b="0" i="0" dirty="0">
                <a:solidFill>
                  <a:srgbClr val="29261B"/>
                </a:solidFill>
                <a:effectLst/>
                <a:latin typeface="-apple-system"/>
              </a:rPr>
              <a:t>STSB stands for Semantic Textual Similarity Benchmark. It is a dataset consisting of sentence pairs and human ratings on their semantic similarity.</a:t>
            </a:r>
            <a:endParaRPr dirty="0"/>
          </a:p>
        </p:txBody>
      </p:sp>
    </p:spTree>
    <p:extLst>
      <p:ext uri="{BB962C8B-B14F-4D97-AF65-F5344CB8AC3E}">
        <p14:creationId xmlns:p14="http://schemas.microsoft.com/office/powerpoint/2010/main" val="1834317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29319208397_1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29319208397_1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Represent everything as a sequence</a:t>
            </a:r>
          </a:p>
          <a:p>
            <a:pPr marL="0" lvl="0" indent="0" algn="l" rtl="0">
              <a:spcBef>
                <a:spcPts val="0"/>
              </a:spcBef>
              <a:spcAft>
                <a:spcPts val="0"/>
              </a:spcAft>
              <a:buNone/>
            </a:pPr>
            <a:r>
              <a:rPr lang="en-US" dirty="0"/>
              <a:t>And to make it multi-task: in front of each task add a prefix to describe the task. The task prefix is placed in front of input.</a:t>
            </a:r>
            <a:endParaRPr dirty="0"/>
          </a:p>
        </p:txBody>
      </p:sp>
    </p:spTree>
    <p:extLst>
      <p:ext uri="{BB962C8B-B14F-4D97-AF65-F5344CB8AC3E}">
        <p14:creationId xmlns:p14="http://schemas.microsoft.com/office/powerpoint/2010/main" val="14479876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724330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29319208397_1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29319208397_1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29319208397_1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29319208397_1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29319208397_1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29319208397_1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29319208397_1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29319208397_1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29319208397_1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29319208397_1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9319208397_1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29319208397_1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_AND_BODY_4">
  <p:cSld name="TITLE_AND_BODY_4">
    <p:spTree>
      <p:nvGrpSpPr>
        <p:cNvPr id="1" name="Shape 10"/>
        <p:cNvGrpSpPr/>
        <p:nvPr/>
      </p:nvGrpSpPr>
      <p:grpSpPr>
        <a:xfrm>
          <a:off x="0" y="0"/>
          <a:ext cx="0" cy="0"/>
          <a:chOff x="0" y="0"/>
          <a:chExt cx="0" cy="0"/>
        </a:xfrm>
      </p:grpSpPr>
      <p:sp>
        <p:nvSpPr>
          <p:cNvPr id="11" name="Google Shape;11;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Font typeface="Fira Sans"/>
              <a:buNone/>
              <a:defRPr>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2" name="Google Shape;12;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Font typeface="Fira Sans"/>
              <a:buChar char="●"/>
              <a:defRPr>
                <a:latin typeface="Fira Sans"/>
                <a:ea typeface="Fira Sans"/>
                <a:cs typeface="Fira Sans"/>
                <a:sym typeface="Fira Sans"/>
              </a:defRPr>
            </a:lvl1pPr>
            <a:lvl2pPr marL="914400" lvl="1" indent="-317500" algn="l">
              <a:lnSpc>
                <a:spcPct val="115000"/>
              </a:lnSpc>
              <a:spcBef>
                <a:spcPts val="1600"/>
              </a:spcBef>
              <a:spcAft>
                <a:spcPts val="0"/>
              </a:spcAft>
              <a:buSzPts val="1400"/>
              <a:buFont typeface="Fira Sans"/>
              <a:buChar char="○"/>
              <a:defRPr>
                <a:latin typeface="Fira Sans"/>
                <a:ea typeface="Fira Sans"/>
                <a:cs typeface="Fira Sans"/>
                <a:sym typeface="Fira Sans"/>
              </a:defRPr>
            </a:lvl2pPr>
            <a:lvl3pPr marL="1371600" lvl="2" indent="-317500" algn="l">
              <a:lnSpc>
                <a:spcPct val="115000"/>
              </a:lnSpc>
              <a:spcBef>
                <a:spcPts val="1600"/>
              </a:spcBef>
              <a:spcAft>
                <a:spcPts val="0"/>
              </a:spcAft>
              <a:buSzPts val="1400"/>
              <a:buFont typeface="Fira Sans"/>
              <a:buChar char="■"/>
              <a:defRPr>
                <a:latin typeface="Fira Sans"/>
                <a:ea typeface="Fira Sans"/>
                <a:cs typeface="Fira Sans"/>
                <a:sym typeface="Fira Sans"/>
              </a:defRPr>
            </a:lvl3pPr>
            <a:lvl4pPr marL="1828800" lvl="3" indent="-317500" algn="l">
              <a:lnSpc>
                <a:spcPct val="115000"/>
              </a:lnSpc>
              <a:spcBef>
                <a:spcPts val="1600"/>
              </a:spcBef>
              <a:spcAft>
                <a:spcPts val="0"/>
              </a:spcAft>
              <a:buSzPts val="1400"/>
              <a:buFont typeface="Fira Sans"/>
              <a:buChar char="●"/>
              <a:defRPr>
                <a:latin typeface="Fira Sans"/>
                <a:ea typeface="Fira Sans"/>
                <a:cs typeface="Fira Sans"/>
                <a:sym typeface="Fira Sans"/>
              </a:defRPr>
            </a:lvl4pPr>
            <a:lvl5pPr marL="2286000" lvl="4" indent="-317500" algn="l">
              <a:lnSpc>
                <a:spcPct val="115000"/>
              </a:lnSpc>
              <a:spcBef>
                <a:spcPts val="1600"/>
              </a:spcBef>
              <a:spcAft>
                <a:spcPts val="0"/>
              </a:spcAft>
              <a:buSzPts val="1400"/>
              <a:buFont typeface="Fira Sans"/>
              <a:buChar char="○"/>
              <a:defRPr>
                <a:latin typeface="Fira Sans"/>
                <a:ea typeface="Fira Sans"/>
                <a:cs typeface="Fira Sans"/>
                <a:sym typeface="Fira Sans"/>
              </a:defRPr>
            </a:lvl5pPr>
            <a:lvl6pPr marL="2743200" lvl="5" indent="-317500" algn="l">
              <a:lnSpc>
                <a:spcPct val="115000"/>
              </a:lnSpc>
              <a:spcBef>
                <a:spcPts val="1600"/>
              </a:spcBef>
              <a:spcAft>
                <a:spcPts val="0"/>
              </a:spcAft>
              <a:buSzPts val="1400"/>
              <a:buFont typeface="Fira Sans"/>
              <a:buChar char="■"/>
              <a:defRPr>
                <a:latin typeface="Fira Sans"/>
                <a:ea typeface="Fira Sans"/>
                <a:cs typeface="Fira Sans"/>
                <a:sym typeface="Fira Sans"/>
              </a:defRPr>
            </a:lvl6pPr>
            <a:lvl7pPr marL="3200400" lvl="6" indent="-317500" algn="l">
              <a:lnSpc>
                <a:spcPct val="115000"/>
              </a:lnSpc>
              <a:spcBef>
                <a:spcPts val="1600"/>
              </a:spcBef>
              <a:spcAft>
                <a:spcPts val="0"/>
              </a:spcAft>
              <a:buSzPts val="1400"/>
              <a:buFont typeface="Fira Sans"/>
              <a:buChar char="●"/>
              <a:defRPr>
                <a:latin typeface="Fira Sans"/>
                <a:ea typeface="Fira Sans"/>
                <a:cs typeface="Fira Sans"/>
                <a:sym typeface="Fira Sans"/>
              </a:defRPr>
            </a:lvl7pPr>
            <a:lvl8pPr marL="3657600" lvl="7" indent="-317500" algn="l">
              <a:lnSpc>
                <a:spcPct val="115000"/>
              </a:lnSpc>
              <a:spcBef>
                <a:spcPts val="1600"/>
              </a:spcBef>
              <a:spcAft>
                <a:spcPts val="0"/>
              </a:spcAft>
              <a:buSzPts val="1400"/>
              <a:buFont typeface="Fira Sans"/>
              <a:buChar char="○"/>
              <a:defRPr>
                <a:latin typeface="Fira Sans"/>
                <a:ea typeface="Fira Sans"/>
                <a:cs typeface="Fira Sans"/>
                <a:sym typeface="Fira Sans"/>
              </a:defRPr>
            </a:lvl8pPr>
            <a:lvl9pPr marL="4114800" lvl="8" indent="-317500" algn="l">
              <a:lnSpc>
                <a:spcPct val="115000"/>
              </a:lnSpc>
              <a:spcBef>
                <a:spcPts val="1600"/>
              </a:spcBef>
              <a:spcAft>
                <a:spcPts val="1600"/>
              </a:spcAft>
              <a:buSzPts val="1400"/>
              <a:buFont typeface="Fira Sans"/>
              <a:buChar char="■"/>
              <a:defRPr>
                <a:latin typeface="Fira Sans"/>
                <a:ea typeface="Fira Sans"/>
                <a:cs typeface="Fira Sans"/>
                <a:sym typeface="Fira Sans"/>
              </a:defRPr>
            </a:lvl9pPr>
          </a:lstStyle>
          <a:p>
            <a:endParaRPr/>
          </a:p>
        </p:txBody>
      </p:sp>
      <p:sp>
        <p:nvSpPr>
          <p:cNvPr id="13" name="Google Shape;13;p2"/>
          <p:cNvSpPr txBox="1">
            <a:spLocks noGrp="1"/>
          </p:cNvSpPr>
          <p:nvPr>
            <p:ph type="sldNum" idx="12"/>
          </p:nvPr>
        </p:nvSpPr>
        <p:spPr>
          <a:xfrm>
            <a:off x="63933" y="4703617"/>
            <a:ext cx="548700"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FFFFFF"/>
                </a:solidFill>
                <a:latin typeface="Calibri"/>
                <a:ea typeface="Calibri"/>
                <a:cs typeface="Calibri"/>
                <a:sym typeface="Calibri"/>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FFFFFF"/>
                </a:solidFill>
                <a:latin typeface="Calibri"/>
                <a:ea typeface="Calibri"/>
                <a:cs typeface="Calibri"/>
                <a:sym typeface="Calibri"/>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FFFFFF"/>
                </a:solidFill>
                <a:latin typeface="Calibri"/>
                <a:ea typeface="Calibri"/>
                <a:cs typeface="Calibri"/>
                <a:sym typeface="Calibri"/>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FFFFFF"/>
                </a:solidFill>
                <a:latin typeface="Calibri"/>
                <a:ea typeface="Calibri"/>
                <a:cs typeface="Calibri"/>
                <a:sym typeface="Calibri"/>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FFFFFF"/>
                </a:solidFill>
                <a:latin typeface="Calibri"/>
                <a:ea typeface="Calibri"/>
                <a:cs typeface="Calibri"/>
                <a:sym typeface="Calibri"/>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FFFFFF"/>
                </a:solidFill>
                <a:latin typeface="Calibri"/>
                <a:ea typeface="Calibri"/>
                <a:cs typeface="Calibri"/>
                <a:sym typeface="Calibri"/>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FFFFFF"/>
                </a:solidFill>
                <a:latin typeface="Calibri"/>
                <a:ea typeface="Calibri"/>
                <a:cs typeface="Calibri"/>
                <a:sym typeface="Calibri"/>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FFFFFF"/>
                </a:solidFill>
                <a:latin typeface="Calibri"/>
                <a:ea typeface="Calibri"/>
                <a:cs typeface="Calibri"/>
                <a:sym typeface="Calibri"/>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FFFFFF"/>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447B945D-B850-2F65-00CE-A74218B41E58}"/>
              </a:ext>
            </a:extLst>
          </p:cNvPr>
          <p:cNvPicPr>
            <a:picLocks noChangeAspect="1"/>
          </p:cNvPicPr>
          <p:nvPr userDrawn="1"/>
        </p:nvPicPr>
        <p:blipFill>
          <a:blip r:embed="rId2"/>
          <a:stretch>
            <a:fillRect/>
          </a:stretch>
        </p:blipFill>
        <p:spPr>
          <a:xfrm>
            <a:off x="6261100" y="4102100"/>
            <a:ext cx="2882900" cy="10414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1" name="Google Shape;21;p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22" name="Google Shape;22;p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23" name="Google Shape;23;p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73F99A4B-3AAF-0EE4-D519-BA582E672161}"/>
              </a:ext>
            </a:extLst>
          </p:cNvPr>
          <p:cNvPicPr>
            <a:picLocks noChangeAspect="1"/>
          </p:cNvPicPr>
          <p:nvPr userDrawn="1"/>
        </p:nvPicPr>
        <p:blipFill>
          <a:blip r:embed="rId2"/>
          <a:stretch>
            <a:fillRect/>
          </a:stretch>
        </p:blipFill>
        <p:spPr>
          <a:xfrm>
            <a:off x="6261100" y="4102100"/>
            <a:ext cx="2882900" cy="1041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324158"/>
        </a:solidFill>
        <a:effectLst/>
      </p:bgPr>
    </p:bg>
    <p:spTree>
      <p:nvGrpSpPr>
        <p:cNvPr id="1" name="Shape 24"/>
        <p:cNvGrpSpPr/>
        <p:nvPr/>
      </p:nvGrpSpPr>
      <p:grpSpPr>
        <a:xfrm>
          <a:off x="0" y="0"/>
          <a:ext cx="0" cy="0"/>
          <a:chOff x="0" y="0"/>
          <a:chExt cx="0" cy="0"/>
        </a:xfrm>
      </p:grpSpPr>
      <p:sp>
        <p:nvSpPr>
          <p:cNvPr id="25" name="Google Shape;25;p6"/>
          <p:cNvSpPr txBox="1">
            <a:spLocks noGrp="1"/>
          </p:cNvSpPr>
          <p:nvPr>
            <p:ph type="ctrTitle"/>
          </p:nvPr>
        </p:nvSpPr>
        <p:spPr>
          <a:xfrm>
            <a:off x="706650" y="411425"/>
            <a:ext cx="7730700" cy="1287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1"/>
              </a:buClr>
              <a:buSzPts val="6000"/>
              <a:buFont typeface="Fira Sans"/>
              <a:buNone/>
              <a:defRPr sz="6000" b="1">
                <a:solidFill>
                  <a:schemeClr val="lt1"/>
                </a:solidFill>
                <a:latin typeface="Fira Sans"/>
                <a:ea typeface="Fira Sans"/>
                <a:cs typeface="Fira Sans"/>
                <a:sym typeface="Fira San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pic>
        <p:nvPicPr>
          <p:cNvPr id="26" name="Google Shape;26;p6"/>
          <p:cNvPicPr preferRelativeResize="0"/>
          <p:nvPr/>
        </p:nvPicPr>
        <p:blipFill rotWithShape="1">
          <a:blip r:embed="rId2">
            <a:alphaModFix/>
          </a:blip>
          <a:srcRect/>
          <a:stretch/>
        </p:blipFill>
        <p:spPr>
          <a:xfrm>
            <a:off x="1300600" y="1858950"/>
            <a:ext cx="6542801" cy="1425600"/>
          </a:xfrm>
          <a:prstGeom prst="rect">
            <a:avLst/>
          </a:prstGeom>
          <a:noFill/>
          <a:ln>
            <a:noFill/>
          </a:ln>
        </p:spPr>
      </p:pic>
      <p:sp>
        <p:nvSpPr>
          <p:cNvPr id="27" name="Google Shape;27;p6"/>
          <p:cNvSpPr txBox="1"/>
          <p:nvPr/>
        </p:nvSpPr>
        <p:spPr>
          <a:xfrm>
            <a:off x="1512950" y="3755800"/>
            <a:ext cx="6330300" cy="90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6"/>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516E2F19-C25A-59D3-356E-FE6E81B64D83}"/>
              </a:ext>
            </a:extLst>
          </p:cNvPr>
          <p:cNvPicPr>
            <a:picLocks noChangeAspect="1"/>
          </p:cNvPicPr>
          <p:nvPr userDrawn="1"/>
        </p:nvPicPr>
        <p:blipFill>
          <a:blip r:embed="rId3"/>
          <a:stretch>
            <a:fillRect/>
          </a:stretch>
        </p:blipFill>
        <p:spPr>
          <a:xfrm>
            <a:off x="6261100" y="4043401"/>
            <a:ext cx="2882900" cy="1041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ank You">
  <p:cSld name="SECTION_HEADER_3">
    <p:bg>
      <p:bgPr>
        <a:solidFill>
          <a:srgbClr val="324158"/>
        </a:solidFill>
        <a:effectLst/>
      </p:bgPr>
    </p:bg>
    <p:spTree>
      <p:nvGrpSpPr>
        <p:cNvPr id="1" name="Shape 29"/>
        <p:cNvGrpSpPr/>
        <p:nvPr/>
      </p:nvGrpSpPr>
      <p:grpSpPr>
        <a:xfrm>
          <a:off x="0" y="0"/>
          <a:ext cx="0" cy="0"/>
          <a:chOff x="0" y="0"/>
          <a:chExt cx="0" cy="0"/>
        </a:xfrm>
      </p:grpSpPr>
      <p:sp>
        <p:nvSpPr>
          <p:cNvPr id="30" name="Google Shape;30;p7"/>
          <p:cNvSpPr txBox="1"/>
          <p:nvPr/>
        </p:nvSpPr>
        <p:spPr>
          <a:xfrm>
            <a:off x="1132350" y="2061225"/>
            <a:ext cx="6879300" cy="969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6000"/>
              <a:buFont typeface="Arial"/>
              <a:buNone/>
            </a:pPr>
            <a:r>
              <a:rPr lang="en" sz="6000" b="1" i="0" u="none" strike="noStrike" cap="none">
                <a:solidFill>
                  <a:schemeClr val="lt1"/>
                </a:solidFill>
                <a:latin typeface="Fira Sans"/>
                <a:ea typeface="Fira Sans"/>
                <a:cs typeface="Fira Sans"/>
                <a:sym typeface="Fira Sans"/>
              </a:rPr>
              <a:t>Thank You!</a:t>
            </a:r>
            <a:endParaRPr sz="6000" b="1" i="0" u="none" strike="noStrike" cap="none">
              <a:solidFill>
                <a:schemeClr val="lt1"/>
              </a:solidFill>
              <a:latin typeface="Fira Sans"/>
              <a:ea typeface="Fira Sans"/>
              <a:cs typeface="Fira Sans"/>
              <a:sym typeface="Fira Sans"/>
            </a:endParaRPr>
          </a:p>
        </p:txBody>
      </p:sp>
      <p:sp>
        <p:nvSpPr>
          <p:cNvPr id="31" name="Google Shape;31;p7"/>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5B1115F0-AF48-8EAC-923C-0DBBD506FB77}"/>
              </a:ext>
            </a:extLst>
          </p:cNvPr>
          <p:cNvPicPr>
            <a:picLocks noChangeAspect="1"/>
          </p:cNvPicPr>
          <p:nvPr userDrawn="1"/>
        </p:nvPicPr>
        <p:blipFill>
          <a:blip r:embed="rId2"/>
          <a:stretch>
            <a:fillRect/>
          </a:stretch>
        </p:blipFill>
        <p:spPr>
          <a:xfrm>
            <a:off x="6222584" y="4094152"/>
            <a:ext cx="2882900" cy="10414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White/Light Blue)(Centered)">
  <p:cSld name="SECTION_HEADER_2">
    <p:bg>
      <p:bgPr>
        <a:solidFill>
          <a:schemeClr val="lt1"/>
        </a:solidFill>
        <a:effectLst/>
      </p:bgPr>
    </p:bg>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311700" y="1592700"/>
            <a:ext cx="8520600" cy="19581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rgbClr val="3896D2"/>
              </a:buClr>
              <a:buSzPts val="6000"/>
              <a:buFont typeface="Fira Sans"/>
              <a:buNone/>
              <a:defRPr sz="6000" b="1">
                <a:solidFill>
                  <a:srgbClr val="3896D2"/>
                </a:solidFill>
                <a:latin typeface="Fira Sans"/>
                <a:ea typeface="Fira Sans"/>
                <a:cs typeface="Fira Sans"/>
                <a:sym typeface="Fira Sans"/>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34" name="Google Shape;34;p8"/>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amp; Minimal Text (Centered)">
  <p:cSld name="SECTION_HEADER_2_1">
    <p:bg>
      <p:bgPr>
        <a:solidFill>
          <a:schemeClr val="lt1"/>
        </a:solidFill>
        <a:effectLst/>
      </p:bgPr>
    </p:bg>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311700" y="1592700"/>
            <a:ext cx="8520600" cy="19581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rgbClr val="3896D2"/>
              </a:buClr>
              <a:buSzPts val="6000"/>
              <a:buFont typeface="Fira Sans"/>
              <a:buNone/>
              <a:defRPr sz="6000" b="1">
                <a:solidFill>
                  <a:srgbClr val="3896D2"/>
                </a:solidFill>
                <a:latin typeface="Fira Sans"/>
                <a:ea typeface="Fira Sans"/>
                <a:cs typeface="Fira Sans"/>
                <a:sym typeface="Fira Sans"/>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37" name="Google Shape;37;p9"/>
          <p:cNvSpPr txBox="1">
            <a:spLocks noGrp="1"/>
          </p:cNvSpPr>
          <p:nvPr>
            <p:ph type="subTitle" idx="1"/>
          </p:nvPr>
        </p:nvSpPr>
        <p:spPr>
          <a:xfrm>
            <a:off x="2096875" y="3649625"/>
            <a:ext cx="4923600" cy="4743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800"/>
              <a:buNone/>
              <a:defRPr sz="2400">
                <a:solidFill>
                  <a:srgbClr val="000000"/>
                </a:solidFill>
                <a:latin typeface="Fira Sans"/>
                <a:ea typeface="Fira Sans"/>
                <a:cs typeface="Fira Sans"/>
                <a:sym typeface="Fira Sans"/>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a:endParaRPr/>
          </a:p>
        </p:txBody>
      </p:sp>
      <p:sp>
        <p:nvSpPr>
          <p:cNvPr id="38" name="Google Shape;38;p9"/>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Title (Top)">
  <p:cSld name="SECTION_HEADER_1">
    <p:bg>
      <p:bgPr>
        <a:solidFill>
          <a:srgbClr val="324158"/>
        </a:solidFill>
        <a:effectLst/>
      </p:bgPr>
    </p:bg>
    <p:spTree>
      <p:nvGrpSpPr>
        <p:cNvPr id="1" name="Shape 39"/>
        <p:cNvGrpSpPr/>
        <p:nvPr/>
      </p:nvGrpSpPr>
      <p:grpSpPr>
        <a:xfrm>
          <a:off x="0" y="0"/>
          <a:ext cx="0" cy="0"/>
          <a:chOff x="0" y="0"/>
          <a:chExt cx="0" cy="0"/>
        </a:xfrm>
      </p:grpSpPr>
      <p:sp>
        <p:nvSpPr>
          <p:cNvPr id="40" name="Google Shape;40;p10"/>
          <p:cNvSpPr txBox="1">
            <a:spLocks noGrp="1"/>
          </p:cNvSpPr>
          <p:nvPr>
            <p:ph type="title"/>
          </p:nvPr>
        </p:nvSpPr>
        <p:spPr>
          <a:xfrm>
            <a:off x="311700" y="398275"/>
            <a:ext cx="8520600" cy="19581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6000"/>
              <a:buFont typeface="Fira Sans"/>
              <a:buNone/>
              <a:defRPr sz="6000" b="1">
                <a:latin typeface="Fira Sans"/>
                <a:ea typeface="Fira Sans"/>
                <a:cs typeface="Fira Sans"/>
                <a:sym typeface="Fira Sans"/>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41" name="Google Shape;41;p10"/>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C10FAFA6-B049-20CB-32F2-3B2ABE0E10F7}"/>
              </a:ext>
            </a:extLst>
          </p:cNvPr>
          <p:cNvPicPr>
            <a:picLocks noChangeAspect="1"/>
          </p:cNvPicPr>
          <p:nvPr userDrawn="1"/>
        </p:nvPicPr>
        <p:blipFill>
          <a:blip r:embed="rId2"/>
          <a:stretch>
            <a:fillRect/>
          </a:stretch>
        </p:blipFill>
        <p:spPr>
          <a:xfrm>
            <a:off x="6222584" y="4035967"/>
            <a:ext cx="2882900" cy="10414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1 column) (Black text)" type="tx">
  <p:cSld name="TITLE_AND_BODY">
    <p:spTree>
      <p:nvGrpSpPr>
        <p:cNvPr id="1" name="Shape 42"/>
        <p:cNvGrpSpPr/>
        <p:nvPr/>
      </p:nvGrpSpPr>
      <p:grpSpPr>
        <a:xfrm>
          <a:off x="0" y="0"/>
          <a:ext cx="0" cy="0"/>
          <a:chOff x="0" y="0"/>
          <a:chExt cx="0" cy="0"/>
        </a:xfrm>
      </p:grpSpPr>
      <p:sp>
        <p:nvSpPr>
          <p:cNvPr id="43" name="Google Shape;43;p11"/>
          <p:cNvSpPr/>
          <p:nvPr/>
        </p:nvSpPr>
        <p:spPr>
          <a:xfrm>
            <a:off x="0" y="0"/>
            <a:ext cx="2309100" cy="5143500"/>
          </a:xfrm>
          <a:prstGeom prst="rect">
            <a:avLst/>
          </a:prstGeom>
          <a:solidFill>
            <a:srgbClr val="3896D2"/>
          </a:solidFill>
          <a:ln>
            <a:noFill/>
          </a:ln>
          <a:effectLst>
            <a:outerShdw blurRad="38100" dist="25400" dir="5400000" rotWithShape="0">
              <a:srgbClr val="000000">
                <a:alpha val="44313"/>
              </a:srgbClr>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Fira Sans"/>
              <a:ea typeface="Fira Sans"/>
              <a:cs typeface="Fira Sans"/>
              <a:sym typeface="Fira Sans"/>
            </a:endParaRPr>
          </a:p>
        </p:txBody>
      </p:sp>
      <p:sp>
        <p:nvSpPr>
          <p:cNvPr id="44" name="Google Shape;44;p11"/>
          <p:cNvSpPr txBox="1">
            <a:spLocks noGrp="1"/>
          </p:cNvSpPr>
          <p:nvPr>
            <p:ph type="subTitle" idx="1"/>
          </p:nvPr>
        </p:nvSpPr>
        <p:spPr>
          <a:xfrm>
            <a:off x="238800" y="477750"/>
            <a:ext cx="1831500" cy="3936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800"/>
              <a:buNone/>
              <a:defRPr sz="2800" b="1">
                <a:solidFill>
                  <a:schemeClr val="lt1"/>
                </a:solidFill>
                <a:latin typeface="Fira Sans"/>
                <a:ea typeface="Fira Sans"/>
                <a:cs typeface="Fira Sans"/>
                <a:sym typeface="Fira Sans"/>
              </a:defRPr>
            </a:lvl1pPr>
            <a:lvl2pPr lvl="1" algn="l">
              <a:lnSpc>
                <a:spcPct val="115000"/>
              </a:lnSpc>
              <a:spcBef>
                <a:spcPts val="1600"/>
              </a:spcBef>
              <a:spcAft>
                <a:spcPts val="0"/>
              </a:spcAft>
              <a:buSzPts val="1400"/>
              <a:buNone/>
              <a:defRPr>
                <a:latin typeface="Fira Sans"/>
                <a:ea typeface="Fira Sans"/>
                <a:cs typeface="Fira Sans"/>
                <a:sym typeface="Fira Sans"/>
              </a:defRPr>
            </a:lvl2pPr>
            <a:lvl3pPr lvl="2" algn="l">
              <a:lnSpc>
                <a:spcPct val="115000"/>
              </a:lnSpc>
              <a:spcBef>
                <a:spcPts val="1600"/>
              </a:spcBef>
              <a:spcAft>
                <a:spcPts val="0"/>
              </a:spcAft>
              <a:buSzPts val="1400"/>
              <a:buNone/>
              <a:defRPr>
                <a:latin typeface="Fira Sans"/>
                <a:ea typeface="Fira Sans"/>
                <a:cs typeface="Fira Sans"/>
                <a:sym typeface="Fira Sans"/>
              </a:defRPr>
            </a:lvl3pPr>
            <a:lvl4pPr lvl="3" algn="l">
              <a:lnSpc>
                <a:spcPct val="115000"/>
              </a:lnSpc>
              <a:spcBef>
                <a:spcPts val="1600"/>
              </a:spcBef>
              <a:spcAft>
                <a:spcPts val="0"/>
              </a:spcAft>
              <a:buSzPts val="1400"/>
              <a:buNone/>
              <a:defRPr>
                <a:latin typeface="Fira Sans"/>
                <a:ea typeface="Fira Sans"/>
                <a:cs typeface="Fira Sans"/>
                <a:sym typeface="Fira Sans"/>
              </a:defRPr>
            </a:lvl4pPr>
            <a:lvl5pPr lvl="4" algn="l">
              <a:lnSpc>
                <a:spcPct val="115000"/>
              </a:lnSpc>
              <a:spcBef>
                <a:spcPts val="1600"/>
              </a:spcBef>
              <a:spcAft>
                <a:spcPts val="0"/>
              </a:spcAft>
              <a:buSzPts val="1400"/>
              <a:buNone/>
              <a:defRPr>
                <a:latin typeface="Fira Sans"/>
                <a:ea typeface="Fira Sans"/>
                <a:cs typeface="Fira Sans"/>
                <a:sym typeface="Fira Sans"/>
              </a:defRPr>
            </a:lvl5pPr>
            <a:lvl6pPr lvl="5" algn="l">
              <a:lnSpc>
                <a:spcPct val="115000"/>
              </a:lnSpc>
              <a:spcBef>
                <a:spcPts val="1600"/>
              </a:spcBef>
              <a:spcAft>
                <a:spcPts val="0"/>
              </a:spcAft>
              <a:buSzPts val="1400"/>
              <a:buNone/>
              <a:defRPr>
                <a:latin typeface="Fira Sans"/>
                <a:ea typeface="Fira Sans"/>
                <a:cs typeface="Fira Sans"/>
                <a:sym typeface="Fira Sans"/>
              </a:defRPr>
            </a:lvl6pPr>
            <a:lvl7pPr lvl="6" algn="l">
              <a:lnSpc>
                <a:spcPct val="115000"/>
              </a:lnSpc>
              <a:spcBef>
                <a:spcPts val="1600"/>
              </a:spcBef>
              <a:spcAft>
                <a:spcPts val="0"/>
              </a:spcAft>
              <a:buSzPts val="1400"/>
              <a:buNone/>
              <a:defRPr>
                <a:latin typeface="Fira Sans"/>
                <a:ea typeface="Fira Sans"/>
                <a:cs typeface="Fira Sans"/>
                <a:sym typeface="Fira Sans"/>
              </a:defRPr>
            </a:lvl7pPr>
            <a:lvl8pPr lvl="7" algn="l">
              <a:lnSpc>
                <a:spcPct val="115000"/>
              </a:lnSpc>
              <a:spcBef>
                <a:spcPts val="1600"/>
              </a:spcBef>
              <a:spcAft>
                <a:spcPts val="0"/>
              </a:spcAft>
              <a:buSzPts val="1400"/>
              <a:buNone/>
              <a:defRPr>
                <a:latin typeface="Fira Sans"/>
                <a:ea typeface="Fira Sans"/>
                <a:cs typeface="Fira Sans"/>
                <a:sym typeface="Fira Sans"/>
              </a:defRPr>
            </a:lvl8pPr>
            <a:lvl9pPr lvl="8" algn="l">
              <a:lnSpc>
                <a:spcPct val="115000"/>
              </a:lnSpc>
              <a:spcBef>
                <a:spcPts val="1600"/>
              </a:spcBef>
              <a:spcAft>
                <a:spcPts val="1600"/>
              </a:spcAft>
              <a:buSzPts val="1400"/>
              <a:buNone/>
              <a:defRPr>
                <a:latin typeface="Fira Sans"/>
                <a:ea typeface="Fira Sans"/>
                <a:cs typeface="Fira Sans"/>
                <a:sym typeface="Fira Sans"/>
              </a:defRPr>
            </a:lvl9pPr>
          </a:lstStyle>
          <a:p>
            <a:endParaRPr/>
          </a:p>
        </p:txBody>
      </p:sp>
      <p:sp>
        <p:nvSpPr>
          <p:cNvPr id="45" name="Google Shape;45;p11"/>
          <p:cNvSpPr txBox="1">
            <a:spLocks noGrp="1"/>
          </p:cNvSpPr>
          <p:nvPr>
            <p:ph type="body" idx="2"/>
          </p:nvPr>
        </p:nvSpPr>
        <p:spPr>
          <a:xfrm>
            <a:off x="2471825" y="477750"/>
            <a:ext cx="5700000" cy="4339800"/>
          </a:xfrm>
          <a:prstGeom prst="rect">
            <a:avLst/>
          </a:prstGeom>
          <a:noFill/>
          <a:ln>
            <a:noFill/>
          </a:ln>
        </p:spPr>
        <p:txBody>
          <a:bodyPr spcFirstLastPara="1" wrap="square" lIns="91425" tIns="91425" rIns="91425" bIns="91425" anchor="t" anchorCtr="0">
            <a:noAutofit/>
          </a:bodyPr>
          <a:lstStyle>
            <a:lvl1pPr marL="457200" lvl="0" indent="-393700" algn="l">
              <a:lnSpc>
                <a:spcPct val="115000"/>
              </a:lnSpc>
              <a:spcBef>
                <a:spcPts val="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1pPr>
            <a:lvl2pPr marL="914400" lvl="1" indent="-3937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2pPr>
            <a:lvl3pPr marL="1371600" lvl="2" indent="-3937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3pPr>
            <a:lvl4pPr marL="1828800" lvl="3" indent="-3937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4pPr>
            <a:lvl5pPr marL="2286000" lvl="4" indent="-3937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5pPr>
            <a:lvl6pPr marL="2743200" lvl="5" indent="-3937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6pPr>
            <a:lvl7pPr marL="3200400" lvl="6" indent="-3937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7pPr>
            <a:lvl8pPr marL="3657600" lvl="7" indent="-3937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8pPr>
            <a:lvl9pPr marL="4114800" lvl="8" indent="-393700" algn="l">
              <a:lnSpc>
                <a:spcPct val="115000"/>
              </a:lnSpc>
              <a:spcBef>
                <a:spcPts val="1600"/>
              </a:spcBef>
              <a:spcAft>
                <a:spcPts val="1600"/>
              </a:spcAft>
              <a:buClr>
                <a:srgbClr val="FFFFFF"/>
              </a:buClr>
              <a:buSzPts val="2600"/>
              <a:buFont typeface="Fira Sans"/>
              <a:buChar char="■"/>
              <a:defRPr sz="2600">
                <a:solidFill>
                  <a:srgbClr val="FFFFFF"/>
                </a:solidFill>
                <a:latin typeface="Fira Sans"/>
                <a:ea typeface="Fira Sans"/>
                <a:cs typeface="Fira Sans"/>
                <a:sym typeface="Fira Sans"/>
              </a:defRPr>
            </a:lvl9pPr>
          </a:lstStyle>
          <a:p>
            <a:endParaRPr dirty="0"/>
          </a:p>
        </p:txBody>
      </p:sp>
      <p:sp>
        <p:nvSpPr>
          <p:cNvPr id="46" name="Google Shape;46;p1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094F0787-1EB1-EAF6-33DC-0BD49C9A8D66}"/>
              </a:ext>
            </a:extLst>
          </p:cNvPr>
          <p:cNvPicPr>
            <a:picLocks noChangeAspect="1"/>
          </p:cNvPicPr>
          <p:nvPr userDrawn="1"/>
        </p:nvPicPr>
        <p:blipFill>
          <a:blip r:embed="rId2"/>
          <a:stretch>
            <a:fillRect/>
          </a:stretch>
        </p:blipFill>
        <p:spPr>
          <a:xfrm>
            <a:off x="6222584" y="4102051"/>
            <a:ext cx="2882900" cy="1041400"/>
          </a:xfrm>
          <a:prstGeom prst="rect">
            <a:avLst/>
          </a:prstGeom>
        </p:spPr>
      </p:pic>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mp; Blank (1 column) ">
  <p:cSld name="TITLE_AND_BODY_2">
    <p:spTree>
      <p:nvGrpSpPr>
        <p:cNvPr id="1" name="Shape 47"/>
        <p:cNvGrpSpPr/>
        <p:nvPr/>
      </p:nvGrpSpPr>
      <p:grpSpPr>
        <a:xfrm>
          <a:off x="0" y="0"/>
          <a:ext cx="0" cy="0"/>
          <a:chOff x="0" y="0"/>
          <a:chExt cx="0" cy="0"/>
        </a:xfrm>
      </p:grpSpPr>
      <p:sp>
        <p:nvSpPr>
          <p:cNvPr id="48" name="Google Shape;48;p12"/>
          <p:cNvSpPr/>
          <p:nvPr/>
        </p:nvSpPr>
        <p:spPr>
          <a:xfrm>
            <a:off x="0" y="0"/>
            <a:ext cx="2309100" cy="5143500"/>
          </a:xfrm>
          <a:prstGeom prst="rect">
            <a:avLst/>
          </a:prstGeom>
          <a:solidFill>
            <a:srgbClr val="3896D2"/>
          </a:solidFill>
          <a:ln>
            <a:noFill/>
          </a:ln>
          <a:effectLst>
            <a:outerShdw blurRad="38100" dist="25400" dir="5400000" rotWithShape="0">
              <a:srgbClr val="000000">
                <a:alpha val="44313"/>
              </a:srgbClr>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Fira Sans"/>
              <a:ea typeface="Fira Sans"/>
              <a:cs typeface="Fira Sans"/>
              <a:sym typeface="Fira Sans"/>
            </a:endParaRPr>
          </a:p>
        </p:txBody>
      </p:sp>
      <p:sp>
        <p:nvSpPr>
          <p:cNvPr id="49" name="Google Shape;49;p12"/>
          <p:cNvSpPr txBox="1">
            <a:spLocks noGrp="1"/>
          </p:cNvSpPr>
          <p:nvPr>
            <p:ph type="subTitle" idx="1"/>
          </p:nvPr>
        </p:nvSpPr>
        <p:spPr>
          <a:xfrm>
            <a:off x="238800" y="477750"/>
            <a:ext cx="1831500" cy="3936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800"/>
              <a:buNone/>
              <a:defRPr sz="2800" b="1">
                <a:solidFill>
                  <a:schemeClr val="lt1"/>
                </a:solidFill>
                <a:latin typeface="Fira Sans"/>
                <a:ea typeface="Fira Sans"/>
                <a:cs typeface="Fira Sans"/>
                <a:sym typeface="Fira Sans"/>
              </a:defRPr>
            </a:lvl1pPr>
            <a:lvl2pPr lvl="1" algn="l">
              <a:lnSpc>
                <a:spcPct val="115000"/>
              </a:lnSpc>
              <a:spcBef>
                <a:spcPts val="1600"/>
              </a:spcBef>
              <a:spcAft>
                <a:spcPts val="0"/>
              </a:spcAft>
              <a:buSzPts val="1400"/>
              <a:buNone/>
              <a:defRPr>
                <a:latin typeface="Fira Sans"/>
                <a:ea typeface="Fira Sans"/>
                <a:cs typeface="Fira Sans"/>
                <a:sym typeface="Fira Sans"/>
              </a:defRPr>
            </a:lvl2pPr>
            <a:lvl3pPr lvl="2" algn="l">
              <a:lnSpc>
                <a:spcPct val="115000"/>
              </a:lnSpc>
              <a:spcBef>
                <a:spcPts val="1600"/>
              </a:spcBef>
              <a:spcAft>
                <a:spcPts val="0"/>
              </a:spcAft>
              <a:buSzPts val="1400"/>
              <a:buNone/>
              <a:defRPr>
                <a:latin typeface="Fira Sans"/>
                <a:ea typeface="Fira Sans"/>
                <a:cs typeface="Fira Sans"/>
                <a:sym typeface="Fira Sans"/>
              </a:defRPr>
            </a:lvl3pPr>
            <a:lvl4pPr lvl="3" algn="l">
              <a:lnSpc>
                <a:spcPct val="115000"/>
              </a:lnSpc>
              <a:spcBef>
                <a:spcPts val="1600"/>
              </a:spcBef>
              <a:spcAft>
                <a:spcPts val="0"/>
              </a:spcAft>
              <a:buSzPts val="1400"/>
              <a:buNone/>
              <a:defRPr>
                <a:latin typeface="Fira Sans"/>
                <a:ea typeface="Fira Sans"/>
                <a:cs typeface="Fira Sans"/>
                <a:sym typeface="Fira Sans"/>
              </a:defRPr>
            </a:lvl4pPr>
            <a:lvl5pPr lvl="4" algn="l">
              <a:lnSpc>
                <a:spcPct val="115000"/>
              </a:lnSpc>
              <a:spcBef>
                <a:spcPts val="1600"/>
              </a:spcBef>
              <a:spcAft>
                <a:spcPts val="0"/>
              </a:spcAft>
              <a:buSzPts val="1400"/>
              <a:buNone/>
              <a:defRPr>
                <a:latin typeface="Fira Sans"/>
                <a:ea typeface="Fira Sans"/>
                <a:cs typeface="Fira Sans"/>
                <a:sym typeface="Fira Sans"/>
              </a:defRPr>
            </a:lvl5pPr>
            <a:lvl6pPr lvl="5" algn="l">
              <a:lnSpc>
                <a:spcPct val="115000"/>
              </a:lnSpc>
              <a:spcBef>
                <a:spcPts val="1600"/>
              </a:spcBef>
              <a:spcAft>
                <a:spcPts val="0"/>
              </a:spcAft>
              <a:buSzPts val="1400"/>
              <a:buNone/>
              <a:defRPr>
                <a:latin typeface="Fira Sans"/>
                <a:ea typeface="Fira Sans"/>
                <a:cs typeface="Fira Sans"/>
                <a:sym typeface="Fira Sans"/>
              </a:defRPr>
            </a:lvl6pPr>
            <a:lvl7pPr lvl="6" algn="l">
              <a:lnSpc>
                <a:spcPct val="115000"/>
              </a:lnSpc>
              <a:spcBef>
                <a:spcPts val="1600"/>
              </a:spcBef>
              <a:spcAft>
                <a:spcPts val="0"/>
              </a:spcAft>
              <a:buSzPts val="1400"/>
              <a:buNone/>
              <a:defRPr>
                <a:latin typeface="Fira Sans"/>
                <a:ea typeface="Fira Sans"/>
                <a:cs typeface="Fira Sans"/>
                <a:sym typeface="Fira Sans"/>
              </a:defRPr>
            </a:lvl7pPr>
            <a:lvl8pPr lvl="7" algn="l">
              <a:lnSpc>
                <a:spcPct val="115000"/>
              </a:lnSpc>
              <a:spcBef>
                <a:spcPts val="1600"/>
              </a:spcBef>
              <a:spcAft>
                <a:spcPts val="0"/>
              </a:spcAft>
              <a:buSzPts val="1400"/>
              <a:buNone/>
              <a:defRPr>
                <a:latin typeface="Fira Sans"/>
                <a:ea typeface="Fira Sans"/>
                <a:cs typeface="Fira Sans"/>
                <a:sym typeface="Fira Sans"/>
              </a:defRPr>
            </a:lvl8pPr>
            <a:lvl9pPr lvl="8" algn="l">
              <a:lnSpc>
                <a:spcPct val="115000"/>
              </a:lnSpc>
              <a:spcBef>
                <a:spcPts val="1600"/>
              </a:spcBef>
              <a:spcAft>
                <a:spcPts val="1600"/>
              </a:spcAft>
              <a:buSzPts val="1400"/>
              <a:buNone/>
              <a:defRPr>
                <a:latin typeface="Fira Sans"/>
                <a:ea typeface="Fira Sans"/>
                <a:cs typeface="Fira Sans"/>
                <a:sym typeface="Fira Sans"/>
              </a:defRPr>
            </a:lvl9pPr>
          </a:lstStyle>
          <a:p>
            <a:endParaRPr/>
          </a:p>
        </p:txBody>
      </p:sp>
      <p:sp>
        <p:nvSpPr>
          <p:cNvPr id="50" name="Google Shape;50;p12"/>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5E23B26B-86B5-A3EA-99A6-A87651300E50}"/>
              </a:ext>
            </a:extLst>
          </p:cNvPr>
          <p:cNvPicPr>
            <a:picLocks noChangeAspect="1"/>
          </p:cNvPicPr>
          <p:nvPr userDrawn="1"/>
        </p:nvPicPr>
        <p:blipFill>
          <a:blip r:embed="rId2"/>
          <a:stretch>
            <a:fillRect/>
          </a:stretch>
        </p:blipFill>
        <p:spPr>
          <a:xfrm>
            <a:off x="6261100" y="4043402"/>
            <a:ext cx="2882900" cy="1041400"/>
          </a:xfrm>
          <a:prstGeom prst="rect">
            <a:avLst/>
          </a:prstGeom>
        </p:spPr>
      </p:pic>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body (1 column) (Light Blue text)">
  <p:cSld name="TITLE_AND_BODY_1">
    <p:spTree>
      <p:nvGrpSpPr>
        <p:cNvPr id="1" name="Shape 51"/>
        <p:cNvGrpSpPr/>
        <p:nvPr/>
      </p:nvGrpSpPr>
      <p:grpSpPr>
        <a:xfrm>
          <a:off x="0" y="0"/>
          <a:ext cx="0" cy="0"/>
          <a:chOff x="0" y="0"/>
          <a:chExt cx="0" cy="0"/>
        </a:xfrm>
      </p:grpSpPr>
      <p:sp>
        <p:nvSpPr>
          <p:cNvPr id="52" name="Google Shape;52;p13"/>
          <p:cNvSpPr/>
          <p:nvPr/>
        </p:nvSpPr>
        <p:spPr>
          <a:xfrm>
            <a:off x="0" y="0"/>
            <a:ext cx="2309100" cy="5143500"/>
          </a:xfrm>
          <a:prstGeom prst="rect">
            <a:avLst/>
          </a:prstGeom>
          <a:solidFill>
            <a:srgbClr val="3896D2"/>
          </a:solidFill>
          <a:ln>
            <a:noFill/>
          </a:ln>
          <a:effectLst>
            <a:outerShdw blurRad="38100" dist="25400" dir="5400000" rotWithShape="0">
              <a:srgbClr val="000000">
                <a:alpha val="44313"/>
              </a:srgbClr>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Fira Sans"/>
              <a:ea typeface="Fira Sans"/>
              <a:cs typeface="Fira Sans"/>
              <a:sym typeface="Fira Sans"/>
            </a:endParaRPr>
          </a:p>
        </p:txBody>
      </p:sp>
      <p:sp>
        <p:nvSpPr>
          <p:cNvPr id="53" name="Google Shape;53;p13"/>
          <p:cNvSpPr txBox="1">
            <a:spLocks noGrp="1"/>
          </p:cNvSpPr>
          <p:nvPr>
            <p:ph type="subTitle" idx="1"/>
          </p:nvPr>
        </p:nvSpPr>
        <p:spPr>
          <a:xfrm>
            <a:off x="238800" y="477750"/>
            <a:ext cx="1831500" cy="3936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800"/>
              <a:buNone/>
              <a:defRPr sz="2800" b="1">
                <a:solidFill>
                  <a:schemeClr val="lt1"/>
                </a:solidFill>
                <a:latin typeface="Fira Sans"/>
                <a:ea typeface="Fira Sans"/>
                <a:cs typeface="Fira Sans"/>
                <a:sym typeface="Fira Sans"/>
              </a:defRPr>
            </a:lvl1pPr>
            <a:lvl2pPr lvl="1" algn="l">
              <a:lnSpc>
                <a:spcPct val="115000"/>
              </a:lnSpc>
              <a:spcBef>
                <a:spcPts val="1600"/>
              </a:spcBef>
              <a:spcAft>
                <a:spcPts val="0"/>
              </a:spcAft>
              <a:buSzPts val="1400"/>
              <a:buNone/>
              <a:defRPr>
                <a:latin typeface="Fira Sans"/>
                <a:ea typeface="Fira Sans"/>
                <a:cs typeface="Fira Sans"/>
                <a:sym typeface="Fira Sans"/>
              </a:defRPr>
            </a:lvl2pPr>
            <a:lvl3pPr lvl="2" algn="l">
              <a:lnSpc>
                <a:spcPct val="115000"/>
              </a:lnSpc>
              <a:spcBef>
                <a:spcPts val="1600"/>
              </a:spcBef>
              <a:spcAft>
                <a:spcPts val="0"/>
              </a:spcAft>
              <a:buSzPts val="1400"/>
              <a:buNone/>
              <a:defRPr>
                <a:latin typeface="Fira Sans"/>
                <a:ea typeface="Fira Sans"/>
                <a:cs typeface="Fira Sans"/>
                <a:sym typeface="Fira Sans"/>
              </a:defRPr>
            </a:lvl3pPr>
            <a:lvl4pPr lvl="3" algn="l">
              <a:lnSpc>
                <a:spcPct val="115000"/>
              </a:lnSpc>
              <a:spcBef>
                <a:spcPts val="1600"/>
              </a:spcBef>
              <a:spcAft>
                <a:spcPts val="0"/>
              </a:spcAft>
              <a:buSzPts val="1400"/>
              <a:buNone/>
              <a:defRPr>
                <a:latin typeface="Fira Sans"/>
                <a:ea typeface="Fira Sans"/>
                <a:cs typeface="Fira Sans"/>
                <a:sym typeface="Fira Sans"/>
              </a:defRPr>
            </a:lvl4pPr>
            <a:lvl5pPr lvl="4" algn="l">
              <a:lnSpc>
                <a:spcPct val="115000"/>
              </a:lnSpc>
              <a:spcBef>
                <a:spcPts val="1600"/>
              </a:spcBef>
              <a:spcAft>
                <a:spcPts val="0"/>
              </a:spcAft>
              <a:buSzPts val="1400"/>
              <a:buNone/>
              <a:defRPr>
                <a:latin typeface="Fira Sans"/>
                <a:ea typeface="Fira Sans"/>
                <a:cs typeface="Fira Sans"/>
                <a:sym typeface="Fira Sans"/>
              </a:defRPr>
            </a:lvl5pPr>
            <a:lvl6pPr lvl="5" algn="l">
              <a:lnSpc>
                <a:spcPct val="115000"/>
              </a:lnSpc>
              <a:spcBef>
                <a:spcPts val="1600"/>
              </a:spcBef>
              <a:spcAft>
                <a:spcPts val="0"/>
              </a:spcAft>
              <a:buSzPts val="1400"/>
              <a:buNone/>
              <a:defRPr>
                <a:latin typeface="Fira Sans"/>
                <a:ea typeface="Fira Sans"/>
                <a:cs typeface="Fira Sans"/>
                <a:sym typeface="Fira Sans"/>
              </a:defRPr>
            </a:lvl6pPr>
            <a:lvl7pPr lvl="6" algn="l">
              <a:lnSpc>
                <a:spcPct val="115000"/>
              </a:lnSpc>
              <a:spcBef>
                <a:spcPts val="1600"/>
              </a:spcBef>
              <a:spcAft>
                <a:spcPts val="0"/>
              </a:spcAft>
              <a:buSzPts val="1400"/>
              <a:buNone/>
              <a:defRPr>
                <a:latin typeface="Fira Sans"/>
                <a:ea typeface="Fira Sans"/>
                <a:cs typeface="Fira Sans"/>
                <a:sym typeface="Fira Sans"/>
              </a:defRPr>
            </a:lvl7pPr>
            <a:lvl8pPr lvl="7" algn="l">
              <a:lnSpc>
                <a:spcPct val="115000"/>
              </a:lnSpc>
              <a:spcBef>
                <a:spcPts val="1600"/>
              </a:spcBef>
              <a:spcAft>
                <a:spcPts val="0"/>
              </a:spcAft>
              <a:buSzPts val="1400"/>
              <a:buNone/>
              <a:defRPr>
                <a:latin typeface="Fira Sans"/>
                <a:ea typeface="Fira Sans"/>
                <a:cs typeface="Fira Sans"/>
                <a:sym typeface="Fira Sans"/>
              </a:defRPr>
            </a:lvl8pPr>
            <a:lvl9pPr lvl="8" algn="l">
              <a:lnSpc>
                <a:spcPct val="115000"/>
              </a:lnSpc>
              <a:spcBef>
                <a:spcPts val="1600"/>
              </a:spcBef>
              <a:spcAft>
                <a:spcPts val="1600"/>
              </a:spcAft>
              <a:buSzPts val="1400"/>
              <a:buNone/>
              <a:defRPr>
                <a:latin typeface="Fira Sans"/>
                <a:ea typeface="Fira Sans"/>
                <a:cs typeface="Fira Sans"/>
                <a:sym typeface="Fira Sans"/>
              </a:defRPr>
            </a:lvl9pPr>
          </a:lstStyle>
          <a:p>
            <a:endParaRPr/>
          </a:p>
        </p:txBody>
      </p:sp>
      <p:sp>
        <p:nvSpPr>
          <p:cNvPr id="54" name="Google Shape;54;p13"/>
          <p:cNvSpPr txBox="1">
            <a:spLocks noGrp="1"/>
          </p:cNvSpPr>
          <p:nvPr>
            <p:ph type="body" idx="2"/>
          </p:nvPr>
        </p:nvSpPr>
        <p:spPr>
          <a:xfrm>
            <a:off x="2471825" y="477750"/>
            <a:ext cx="5700000" cy="4339800"/>
          </a:xfrm>
          <a:prstGeom prst="rect">
            <a:avLst/>
          </a:prstGeom>
          <a:noFill/>
          <a:ln>
            <a:noFill/>
          </a:ln>
        </p:spPr>
        <p:txBody>
          <a:bodyPr spcFirstLastPara="1" wrap="square" lIns="91425" tIns="91425" rIns="91425" bIns="91425" anchor="t" anchorCtr="0">
            <a:noAutofit/>
          </a:bodyPr>
          <a:lstStyle>
            <a:lvl1pPr marL="457200" lvl="0" indent="-393700" algn="l">
              <a:lnSpc>
                <a:spcPct val="115000"/>
              </a:lnSpc>
              <a:spcBef>
                <a:spcPts val="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1pPr>
            <a:lvl2pPr marL="914400" lvl="1"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2pPr>
            <a:lvl3pPr marL="1371600" lvl="2"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3pPr>
            <a:lvl4pPr marL="1828800" lvl="3"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4pPr>
            <a:lvl5pPr marL="2286000" lvl="4"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5pPr>
            <a:lvl6pPr marL="2743200" lvl="5"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6pPr>
            <a:lvl7pPr marL="3200400" lvl="6"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7pPr>
            <a:lvl8pPr marL="3657600" lvl="7"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8pPr>
            <a:lvl9pPr marL="4114800" lvl="8" indent="-393700" algn="l">
              <a:lnSpc>
                <a:spcPct val="115000"/>
              </a:lnSpc>
              <a:spcBef>
                <a:spcPts val="1600"/>
              </a:spcBef>
              <a:spcAft>
                <a:spcPts val="1600"/>
              </a:spcAft>
              <a:buClr>
                <a:srgbClr val="3896D2"/>
              </a:buClr>
              <a:buSzPts val="2600"/>
              <a:buFont typeface="Fira Sans"/>
              <a:buChar char="■"/>
              <a:defRPr sz="2600">
                <a:solidFill>
                  <a:srgbClr val="3896D2"/>
                </a:solidFill>
                <a:latin typeface="Fira Sans"/>
                <a:ea typeface="Fira Sans"/>
                <a:cs typeface="Fira Sans"/>
                <a:sym typeface="Fira Sans"/>
              </a:defRPr>
            </a:lvl9pPr>
          </a:lstStyle>
          <a:p>
            <a:endParaRPr/>
          </a:p>
        </p:txBody>
      </p:sp>
      <p:sp>
        <p:nvSpPr>
          <p:cNvPr id="55" name="Google Shape;55;p13"/>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3E703BB5-A68D-5BB9-56BD-5ED45E36E50C}"/>
              </a:ext>
            </a:extLst>
          </p:cNvPr>
          <p:cNvPicPr>
            <a:picLocks noChangeAspect="1"/>
          </p:cNvPicPr>
          <p:nvPr userDrawn="1"/>
        </p:nvPicPr>
        <p:blipFill>
          <a:blip r:embed="rId2"/>
          <a:stretch>
            <a:fillRect/>
          </a:stretch>
        </p:blipFill>
        <p:spPr>
          <a:xfrm>
            <a:off x="6261100" y="4102100"/>
            <a:ext cx="2882900" cy="1041400"/>
          </a:xfrm>
          <a:prstGeom prst="rect">
            <a:avLst/>
          </a:prstGeom>
        </p:spPr>
      </p:pic>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Columns (Light blue/White)" type="twoColTx">
  <p:cSld name="TITLE_AND_TWO_COLUMNS">
    <p:bg>
      <p:bgPr>
        <a:solidFill>
          <a:schemeClr val="lt1"/>
        </a:solidFill>
        <a:effectLst/>
      </p:bgPr>
    </p:bg>
    <p:spTree>
      <p:nvGrpSpPr>
        <p:cNvPr id="1" name="Shape 56"/>
        <p:cNvGrpSpPr/>
        <p:nvPr/>
      </p:nvGrpSpPr>
      <p:grpSpPr>
        <a:xfrm>
          <a:off x="0" y="0"/>
          <a:ext cx="0" cy="0"/>
          <a:chOff x="0" y="0"/>
          <a:chExt cx="0" cy="0"/>
        </a:xfrm>
      </p:grpSpPr>
      <p:sp>
        <p:nvSpPr>
          <p:cNvPr id="57" name="Google Shape;57;p14"/>
          <p:cNvSpPr/>
          <p:nvPr/>
        </p:nvSpPr>
        <p:spPr>
          <a:xfrm>
            <a:off x="0" y="-125"/>
            <a:ext cx="4572000" cy="5143500"/>
          </a:xfrm>
          <a:prstGeom prst="rect">
            <a:avLst/>
          </a:prstGeom>
          <a:solidFill>
            <a:srgbClr val="3896D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4"/>
          <p:cNvSpPr txBox="1">
            <a:spLocks noGrp="1"/>
          </p:cNvSpPr>
          <p:nvPr>
            <p:ph type="title"/>
          </p:nvPr>
        </p:nvSpPr>
        <p:spPr>
          <a:xfrm>
            <a:off x="311700" y="285775"/>
            <a:ext cx="39999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3200"/>
              <a:buFont typeface="Fira Sans"/>
              <a:buNone/>
              <a:defRPr sz="3200">
                <a:solidFill>
                  <a:schemeClr val="lt1"/>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9" name="Google Shape;59;p14"/>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93700" algn="l">
              <a:lnSpc>
                <a:spcPct val="115000"/>
              </a:lnSpc>
              <a:spcBef>
                <a:spcPts val="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1pPr>
            <a:lvl2pPr marL="914400" lvl="1" indent="-3937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2pPr>
            <a:lvl3pPr marL="1371600" lvl="2" indent="-3937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3pPr>
            <a:lvl4pPr marL="1828800" lvl="3" indent="-3937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4pPr>
            <a:lvl5pPr marL="2286000" lvl="4" indent="-3937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5pPr>
            <a:lvl6pPr marL="2743200" lvl="5" indent="-3937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6pPr>
            <a:lvl7pPr marL="3200400" lvl="6" indent="-3937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7pPr>
            <a:lvl8pPr marL="3657600" lvl="7" indent="-393700" algn="l">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8pPr>
            <a:lvl9pPr marL="4114800" lvl="8" indent="-393700" algn="l">
              <a:lnSpc>
                <a:spcPct val="115000"/>
              </a:lnSpc>
              <a:spcBef>
                <a:spcPts val="1600"/>
              </a:spcBef>
              <a:spcAft>
                <a:spcPts val="1600"/>
              </a:spcAft>
              <a:buClr>
                <a:srgbClr val="FFFFFF"/>
              </a:buClr>
              <a:buSzPts val="2600"/>
              <a:buFont typeface="Fira Sans"/>
              <a:buChar char="■"/>
              <a:defRPr sz="2600">
                <a:solidFill>
                  <a:srgbClr val="FFFFFF"/>
                </a:solidFill>
                <a:latin typeface="Fira Sans"/>
                <a:ea typeface="Fira Sans"/>
                <a:cs typeface="Fira Sans"/>
                <a:sym typeface="Fira Sans"/>
              </a:defRPr>
            </a:lvl9pPr>
          </a:lstStyle>
          <a:p>
            <a:endParaRPr/>
          </a:p>
        </p:txBody>
      </p:sp>
      <p:sp>
        <p:nvSpPr>
          <p:cNvPr id="60" name="Google Shape;60;p14"/>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93700" algn="l">
              <a:lnSpc>
                <a:spcPct val="115000"/>
              </a:lnSpc>
              <a:spcBef>
                <a:spcPts val="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1pPr>
            <a:lvl2pPr marL="914400" lvl="1"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2pPr>
            <a:lvl3pPr marL="1371600" lvl="2"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3pPr>
            <a:lvl4pPr marL="1828800" lvl="3"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4pPr>
            <a:lvl5pPr marL="2286000" lvl="4"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5pPr>
            <a:lvl6pPr marL="2743200" lvl="5"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6pPr>
            <a:lvl7pPr marL="3200400" lvl="6"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7pPr>
            <a:lvl8pPr marL="3657600" lvl="7"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8pPr>
            <a:lvl9pPr marL="4114800" lvl="8" indent="-393700" algn="l">
              <a:lnSpc>
                <a:spcPct val="115000"/>
              </a:lnSpc>
              <a:spcBef>
                <a:spcPts val="1600"/>
              </a:spcBef>
              <a:spcAft>
                <a:spcPts val="1600"/>
              </a:spcAft>
              <a:buClr>
                <a:srgbClr val="3896D2"/>
              </a:buClr>
              <a:buSzPts val="2600"/>
              <a:buFont typeface="Fira Sans"/>
              <a:buChar char="■"/>
              <a:defRPr sz="2600">
                <a:solidFill>
                  <a:srgbClr val="3896D2"/>
                </a:solidFill>
                <a:latin typeface="Fira Sans"/>
                <a:ea typeface="Fira Sans"/>
                <a:cs typeface="Fira Sans"/>
                <a:sym typeface="Fira Sans"/>
              </a:defRPr>
            </a:lvl9pPr>
          </a:lstStyle>
          <a:p>
            <a:endParaRPr/>
          </a:p>
        </p:txBody>
      </p:sp>
      <p:sp>
        <p:nvSpPr>
          <p:cNvPr id="61" name="Google Shape;61;p14"/>
          <p:cNvSpPr txBox="1">
            <a:spLocks noGrp="1"/>
          </p:cNvSpPr>
          <p:nvPr>
            <p:ph type="title" idx="3"/>
          </p:nvPr>
        </p:nvSpPr>
        <p:spPr>
          <a:xfrm>
            <a:off x="4870950" y="285775"/>
            <a:ext cx="39999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3896D2"/>
              </a:buClr>
              <a:buSzPts val="3200"/>
              <a:buFont typeface="Fira Sans"/>
              <a:buNone/>
              <a:defRPr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2" name="Google Shape;62;p14"/>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lumns (Light blue/White) (Sides Flipped)">
  <p:cSld name="TITLE_AND_TWO_COLUMNS_2">
    <p:bg>
      <p:bgPr>
        <a:solidFill>
          <a:schemeClr val="lt1"/>
        </a:solidFill>
        <a:effectLst/>
      </p:bgPr>
    </p:bg>
    <p:spTree>
      <p:nvGrpSpPr>
        <p:cNvPr id="1" name="Shape 63"/>
        <p:cNvGrpSpPr/>
        <p:nvPr/>
      </p:nvGrpSpPr>
      <p:grpSpPr>
        <a:xfrm>
          <a:off x="0" y="0"/>
          <a:ext cx="0" cy="0"/>
          <a:chOff x="0" y="0"/>
          <a:chExt cx="0" cy="0"/>
        </a:xfrm>
      </p:grpSpPr>
      <p:sp>
        <p:nvSpPr>
          <p:cNvPr id="64" name="Google Shape;64;p15"/>
          <p:cNvSpPr/>
          <p:nvPr/>
        </p:nvSpPr>
        <p:spPr>
          <a:xfrm>
            <a:off x="4584900" y="0"/>
            <a:ext cx="4572000" cy="5143500"/>
          </a:xfrm>
          <a:prstGeom prst="rect">
            <a:avLst/>
          </a:prstGeom>
          <a:solidFill>
            <a:srgbClr val="3896D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15"/>
          <p:cNvSpPr txBox="1">
            <a:spLocks noGrp="1"/>
          </p:cNvSpPr>
          <p:nvPr>
            <p:ph type="title"/>
          </p:nvPr>
        </p:nvSpPr>
        <p:spPr>
          <a:xfrm>
            <a:off x="311700" y="285775"/>
            <a:ext cx="39999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3896D2"/>
              </a:buClr>
              <a:buSzPts val="3200"/>
              <a:buFont typeface="Fira Sans"/>
              <a:buNone/>
              <a:defRPr sz="3200">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6" name="Google Shape;66;p1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93700" algn="l">
              <a:lnSpc>
                <a:spcPct val="115000"/>
              </a:lnSpc>
              <a:spcBef>
                <a:spcPts val="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1pPr>
            <a:lvl2pPr marL="914400" lvl="1"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2pPr>
            <a:lvl3pPr marL="1371600" lvl="2"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3pPr>
            <a:lvl4pPr marL="1828800" lvl="3"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4pPr>
            <a:lvl5pPr marL="2286000" lvl="4"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5pPr>
            <a:lvl6pPr marL="2743200" lvl="5"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6pPr>
            <a:lvl7pPr marL="3200400" lvl="6"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7pPr>
            <a:lvl8pPr marL="3657600" lvl="7" indent="-393700" algn="l">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8pPr>
            <a:lvl9pPr marL="4114800" lvl="8" indent="-393700" algn="l">
              <a:lnSpc>
                <a:spcPct val="115000"/>
              </a:lnSpc>
              <a:spcBef>
                <a:spcPts val="1600"/>
              </a:spcBef>
              <a:spcAft>
                <a:spcPts val="1600"/>
              </a:spcAft>
              <a:buClr>
                <a:srgbClr val="3896D2"/>
              </a:buClr>
              <a:buSzPts val="2600"/>
              <a:buFont typeface="Fira Sans"/>
              <a:buChar char="■"/>
              <a:defRPr sz="2600">
                <a:solidFill>
                  <a:srgbClr val="3896D2"/>
                </a:solidFill>
                <a:latin typeface="Fira Sans"/>
                <a:ea typeface="Fira Sans"/>
                <a:cs typeface="Fira Sans"/>
                <a:sym typeface="Fira Sans"/>
              </a:defRPr>
            </a:lvl9pPr>
          </a:lstStyle>
          <a:p>
            <a:endParaRPr/>
          </a:p>
        </p:txBody>
      </p:sp>
      <p:sp>
        <p:nvSpPr>
          <p:cNvPr id="67" name="Google Shape;67;p1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93700" algn="l">
              <a:lnSpc>
                <a:spcPct val="115000"/>
              </a:lnSpc>
              <a:spcBef>
                <a:spcPts val="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1pPr>
            <a:lvl2pPr marL="914400" lvl="1" indent="-3937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2pPr>
            <a:lvl3pPr marL="1371600" lvl="2" indent="-3937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3pPr>
            <a:lvl4pPr marL="1828800" lvl="3" indent="-3937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4pPr>
            <a:lvl5pPr marL="2286000" lvl="4" indent="-3937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5pPr>
            <a:lvl6pPr marL="2743200" lvl="5" indent="-3937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6pPr>
            <a:lvl7pPr marL="3200400" lvl="6" indent="-3937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7pPr>
            <a:lvl8pPr marL="3657600" lvl="7" indent="-393700" algn="l">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8pPr>
            <a:lvl9pPr marL="4114800" lvl="8" indent="-393700" algn="l">
              <a:lnSpc>
                <a:spcPct val="115000"/>
              </a:lnSpc>
              <a:spcBef>
                <a:spcPts val="1600"/>
              </a:spcBef>
              <a:spcAft>
                <a:spcPts val="1600"/>
              </a:spcAft>
              <a:buClr>
                <a:schemeClr val="lt1"/>
              </a:buClr>
              <a:buSzPts val="2600"/>
              <a:buFont typeface="Fira Sans"/>
              <a:buChar char="■"/>
              <a:defRPr sz="2600">
                <a:solidFill>
                  <a:schemeClr val="lt1"/>
                </a:solidFill>
                <a:latin typeface="Fira Sans"/>
                <a:ea typeface="Fira Sans"/>
                <a:cs typeface="Fira Sans"/>
                <a:sym typeface="Fira Sans"/>
              </a:defRPr>
            </a:lvl9pPr>
          </a:lstStyle>
          <a:p>
            <a:endParaRPr/>
          </a:p>
        </p:txBody>
      </p:sp>
      <p:sp>
        <p:nvSpPr>
          <p:cNvPr id="68" name="Google Shape;68;p15"/>
          <p:cNvSpPr txBox="1">
            <a:spLocks noGrp="1"/>
          </p:cNvSpPr>
          <p:nvPr>
            <p:ph type="title" idx="3"/>
          </p:nvPr>
        </p:nvSpPr>
        <p:spPr>
          <a:xfrm>
            <a:off x="4870950" y="285775"/>
            <a:ext cx="39999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3200"/>
              <a:buFont typeface="Fira Sans"/>
              <a:buNone/>
              <a:defRPr sz="3200">
                <a:solidFill>
                  <a:schemeClr val="lt1"/>
                </a:solidFill>
                <a:latin typeface="Fira Sans"/>
                <a:ea typeface="Fira Sans"/>
                <a:cs typeface="Fira Sans"/>
                <a:sym typeface="Fira Sans"/>
              </a:defRPr>
            </a:lvl1pPr>
            <a:lvl2pPr lvl="1"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2pPr>
            <a:lvl3pPr lvl="2"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3pPr>
            <a:lvl4pPr lvl="3"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4pPr>
            <a:lvl5pPr lvl="4"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5pPr>
            <a:lvl6pPr lvl="5"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6pPr>
            <a:lvl7pPr lvl="6"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7pPr>
            <a:lvl8pPr lvl="7"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8pPr>
            <a:lvl9pPr lvl="8" algn="l">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9pPr>
          </a:lstStyle>
          <a:p>
            <a:endParaRPr/>
          </a:p>
        </p:txBody>
      </p:sp>
      <p:sp>
        <p:nvSpPr>
          <p:cNvPr id="69" name="Google Shape;69;p15"/>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lumns (Light Blue/White) (Black Text)">
  <p:cSld name="TITLE_AND_TWO_COLUMNS_1">
    <p:bg>
      <p:bgPr>
        <a:solidFill>
          <a:schemeClr val="lt1"/>
        </a:solidFill>
        <a:effectLst/>
      </p:bgPr>
    </p:bg>
    <p:spTree>
      <p:nvGrpSpPr>
        <p:cNvPr id="1" name="Shape 70"/>
        <p:cNvGrpSpPr/>
        <p:nvPr/>
      </p:nvGrpSpPr>
      <p:grpSpPr>
        <a:xfrm>
          <a:off x="0" y="0"/>
          <a:ext cx="0" cy="0"/>
          <a:chOff x="0" y="0"/>
          <a:chExt cx="0" cy="0"/>
        </a:xfrm>
      </p:grpSpPr>
      <p:sp>
        <p:nvSpPr>
          <p:cNvPr id="71" name="Google Shape;71;p16"/>
          <p:cNvSpPr/>
          <p:nvPr/>
        </p:nvSpPr>
        <p:spPr>
          <a:xfrm>
            <a:off x="0" y="-125"/>
            <a:ext cx="4572000" cy="5143500"/>
          </a:xfrm>
          <a:prstGeom prst="rect">
            <a:avLst/>
          </a:prstGeom>
          <a:solidFill>
            <a:srgbClr val="3896D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16"/>
          <p:cNvSpPr txBox="1">
            <a:spLocks noGrp="1"/>
          </p:cNvSpPr>
          <p:nvPr>
            <p:ph type="title"/>
          </p:nvPr>
        </p:nvSpPr>
        <p:spPr>
          <a:xfrm>
            <a:off x="311700" y="285775"/>
            <a:ext cx="39999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3200"/>
              <a:buFont typeface="Fira Sans"/>
              <a:buNone/>
              <a:defRPr sz="3200">
                <a:solidFill>
                  <a:srgbClr val="000000"/>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3" name="Google Shape;73;p1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93700" algn="l">
              <a:lnSpc>
                <a:spcPct val="115000"/>
              </a:lnSpc>
              <a:spcBef>
                <a:spcPts val="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1pPr>
            <a:lvl2pPr marL="914400" lvl="1" indent="-3937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2pPr>
            <a:lvl3pPr marL="1371600" lvl="2" indent="-3937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3pPr>
            <a:lvl4pPr marL="1828800" lvl="3" indent="-3937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4pPr>
            <a:lvl5pPr marL="2286000" lvl="4" indent="-3937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5pPr>
            <a:lvl6pPr marL="2743200" lvl="5" indent="-3937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6pPr>
            <a:lvl7pPr marL="3200400" lvl="6" indent="-3937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7pPr>
            <a:lvl8pPr marL="3657600" lvl="7" indent="-393700" algn="l">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8pPr>
            <a:lvl9pPr marL="4114800" lvl="8" indent="-393700" algn="l">
              <a:lnSpc>
                <a:spcPct val="115000"/>
              </a:lnSpc>
              <a:spcBef>
                <a:spcPts val="1600"/>
              </a:spcBef>
              <a:spcAft>
                <a:spcPts val="1600"/>
              </a:spcAft>
              <a:buClr>
                <a:srgbClr val="000000"/>
              </a:buClr>
              <a:buSzPts val="2600"/>
              <a:buFont typeface="Fira Sans"/>
              <a:buChar char="■"/>
              <a:defRPr sz="2600">
                <a:solidFill>
                  <a:srgbClr val="000000"/>
                </a:solidFill>
                <a:latin typeface="Fira Sans"/>
                <a:ea typeface="Fira Sans"/>
                <a:cs typeface="Fira Sans"/>
                <a:sym typeface="Fira Sans"/>
              </a:defRPr>
            </a:lvl9pPr>
          </a:lstStyle>
          <a:p>
            <a:endParaRPr/>
          </a:p>
        </p:txBody>
      </p:sp>
      <p:sp>
        <p:nvSpPr>
          <p:cNvPr id="74" name="Google Shape;74;p1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93700" algn="l">
              <a:lnSpc>
                <a:spcPct val="115000"/>
              </a:lnSpc>
              <a:spcBef>
                <a:spcPts val="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1pPr>
            <a:lvl2pPr marL="914400" lvl="1" indent="-3937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2pPr>
            <a:lvl3pPr marL="1371600" lvl="2" indent="-3937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3pPr>
            <a:lvl4pPr marL="1828800" lvl="3" indent="-3937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4pPr>
            <a:lvl5pPr marL="2286000" lvl="4" indent="-3937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5pPr>
            <a:lvl6pPr marL="2743200" lvl="5" indent="-3937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6pPr>
            <a:lvl7pPr marL="3200400" lvl="6" indent="-3937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7pPr>
            <a:lvl8pPr marL="3657600" lvl="7" indent="-393700" algn="l">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8pPr>
            <a:lvl9pPr marL="4114800" lvl="8" indent="-393700" algn="l">
              <a:lnSpc>
                <a:spcPct val="115000"/>
              </a:lnSpc>
              <a:spcBef>
                <a:spcPts val="1600"/>
              </a:spcBef>
              <a:spcAft>
                <a:spcPts val="1600"/>
              </a:spcAft>
              <a:buClr>
                <a:schemeClr val="dk1"/>
              </a:buClr>
              <a:buSzPts val="2600"/>
              <a:buFont typeface="Fira Sans"/>
              <a:buChar char="■"/>
              <a:defRPr sz="2600">
                <a:solidFill>
                  <a:schemeClr val="dk1"/>
                </a:solidFill>
                <a:latin typeface="Fira Sans"/>
                <a:ea typeface="Fira Sans"/>
                <a:cs typeface="Fira Sans"/>
                <a:sym typeface="Fira Sans"/>
              </a:defRPr>
            </a:lvl9pPr>
          </a:lstStyle>
          <a:p>
            <a:endParaRPr/>
          </a:p>
        </p:txBody>
      </p:sp>
      <p:sp>
        <p:nvSpPr>
          <p:cNvPr id="75" name="Google Shape;75;p16"/>
          <p:cNvSpPr txBox="1">
            <a:spLocks noGrp="1"/>
          </p:cNvSpPr>
          <p:nvPr>
            <p:ph type="title" idx="3"/>
          </p:nvPr>
        </p:nvSpPr>
        <p:spPr>
          <a:xfrm>
            <a:off x="4870950" y="285775"/>
            <a:ext cx="39999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200"/>
              <a:buFont typeface="Fira Sans"/>
              <a:buNone/>
              <a:defRPr sz="3200">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6" name="Google Shape;76;p16"/>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000000"/>
                </a:solidFill>
                <a:latin typeface="Fira Sans"/>
                <a:ea typeface="Fira Sans"/>
                <a:cs typeface="Fira Sans"/>
                <a:sym typeface="Fira Sans"/>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000000"/>
                </a:solidFill>
                <a:latin typeface="Fira Sans"/>
                <a:ea typeface="Fira Sans"/>
                <a:cs typeface="Fira Sans"/>
                <a:sym typeface="Fira Sans"/>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000000"/>
                </a:solidFill>
                <a:latin typeface="Fira Sans"/>
                <a:ea typeface="Fira Sans"/>
                <a:cs typeface="Fira Sans"/>
                <a:sym typeface="Fira Sans"/>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000000"/>
                </a:solidFill>
                <a:latin typeface="Fira Sans"/>
                <a:ea typeface="Fira Sans"/>
                <a:cs typeface="Fira Sans"/>
                <a:sym typeface="Fira Sans"/>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000000"/>
                </a:solidFill>
                <a:latin typeface="Fira Sans"/>
                <a:ea typeface="Fira Sans"/>
                <a:cs typeface="Fira Sans"/>
                <a:sym typeface="Fira Sans"/>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000000"/>
                </a:solidFill>
                <a:latin typeface="Fira Sans"/>
                <a:ea typeface="Fira Sans"/>
                <a:cs typeface="Fira Sans"/>
                <a:sym typeface="Fira Sans"/>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000000"/>
                </a:solidFill>
                <a:latin typeface="Fira Sans"/>
                <a:ea typeface="Fira Sans"/>
                <a:cs typeface="Fira Sans"/>
                <a:sym typeface="Fira Sans"/>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000000"/>
                </a:solidFill>
                <a:latin typeface="Fira Sans"/>
                <a:ea typeface="Fira Sans"/>
                <a:cs typeface="Fira Sans"/>
                <a:sym typeface="Fira Sans"/>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000000"/>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ide with Arrow (Light Blue Text)">
  <p:cSld name="TITLE_AND_TWO_COLUMNS_1_1">
    <p:bg>
      <p:bgPr>
        <a:solidFill>
          <a:schemeClr val="lt1"/>
        </a:solidFill>
        <a:effectLst/>
      </p:bgPr>
    </p:bg>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239250" y="1832850"/>
            <a:ext cx="3264300" cy="1477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3896D2"/>
              </a:buClr>
              <a:buSzPts val="3200"/>
              <a:buFont typeface="Fira Sans"/>
              <a:buNone/>
              <a:defRPr sz="3200" b="1">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9" name="Google Shape;79;p17"/>
          <p:cNvSpPr txBox="1">
            <a:spLocks noGrp="1"/>
          </p:cNvSpPr>
          <p:nvPr>
            <p:ph type="title" idx="2"/>
          </p:nvPr>
        </p:nvSpPr>
        <p:spPr>
          <a:xfrm>
            <a:off x="5646400" y="1832850"/>
            <a:ext cx="3264300" cy="1477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3896D2"/>
              </a:buClr>
              <a:buSzPts val="3200"/>
              <a:buFont typeface="Fira Sans"/>
              <a:buNone/>
              <a:defRPr sz="3200" b="1">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0" name="Google Shape;80;p17"/>
          <p:cNvSpPr/>
          <p:nvPr/>
        </p:nvSpPr>
        <p:spPr>
          <a:xfrm>
            <a:off x="3795750" y="2040900"/>
            <a:ext cx="1552500" cy="1061700"/>
          </a:xfrm>
          <a:prstGeom prst="rightArrow">
            <a:avLst>
              <a:gd name="adj1" fmla="val 50000"/>
              <a:gd name="adj2" fmla="val 50000"/>
            </a:avLst>
          </a:prstGeom>
          <a:solidFill>
            <a:srgbClr val="324158"/>
          </a:solidFill>
          <a:ln w="9525" cap="flat" cmpd="sng">
            <a:solidFill>
              <a:srgbClr val="32415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7"/>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lide with Arrow (Black Text)">
  <p:cSld name="TITLE_AND_TWO_COLUMNS_1_1_1">
    <p:bg>
      <p:bgPr>
        <a:solidFill>
          <a:schemeClr val="lt1"/>
        </a:solidFill>
        <a:effectLst/>
      </p:bgPr>
    </p:bg>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239250" y="1832850"/>
            <a:ext cx="3264300" cy="1477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3896D2"/>
              </a:buClr>
              <a:buSzPts val="3200"/>
              <a:buFont typeface="Fira Sans"/>
              <a:buNone/>
              <a:defRPr sz="3200" b="1">
                <a:solidFill>
                  <a:srgbClr val="3896D2"/>
                </a:solidFill>
                <a:latin typeface="Fira Sans"/>
                <a:ea typeface="Fira Sans"/>
                <a:cs typeface="Fira Sans"/>
                <a:sym typeface="Fira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4" name="Google Shape;84;p18"/>
          <p:cNvSpPr txBox="1">
            <a:spLocks noGrp="1"/>
          </p:cNvSpPr>
          <p:nvPr>
            <p:ph type="title" idx="2"/>
          </p:nvPr>
        </p:nvSpPr>
        <p:spPr>
          <a:xfrm>
            <a:off x="5646400" y="1832850"/>
            <a:ext cx="3264300" cy="1477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3896D2"/>
              </a:buClr>
              <a:buSzPts val="3200"/>
              <a:buFont typeface="Fira Sans"/>
              <a:buNone/>
              <a:defRPr sz="3200" b="1">
                <a:solidFill>
                  <a:srgbClr val="3896D2"/>
                </a:solidFill>
                <a:latin typeface="Fira Sans"/>
                <a:ea typeface="Fira Sans"/>
                <a:cs typeface="Fira Sans"/>
                <a:sym typeface="Fira Sans"/>
              </a:defRPr>
            </a:lvl1pPr>
            <a:lvl2pPr lvl="1" algn="l">
              <a:lnSpc>
                <a:spcPct val="100000"/>
              </a:lnSpc>
              <a:spcBef>
                <a:spcPts val="0"/>
              </a:spcBef>
              <a:spcAft>
                <a:spcPts val="0"/>
              </a:spcAft>
              <a:buClr>
                <a:srgbClr val="3896D2"/>
              </a:buClr>
              <a:buSzPts val="2800"/>
              <a:buNone/>
              <a:defRPr>
                <a:solidFill>
                  <a:srgbClr val="3896D2"/>
                </a:solidFill>
              </a:defRPr>
            </a:lvl2pPr>
            <a:lvl3pPr lvl="2" algn="l">
              <a:lnSpc>
                <a:spcPct val="100000"/>
              </a:lnSpc>
              <a:spcBef>
                <a:spcPts val="0"/>
              </a:spcBef>
              <a:spcAft>
                <a:spcPts val="0"/>
              </a:spcAft>
              <a:buClr>
                <a:srgbClr val="3896D2"/>
              </a:buClr>
              <a:buSzPts val="2800"/>
              <a:buNone/>
              <a:defRPr>
                <a:solidFill>
                  <a:srgbClr val="3896D2"/>
                </a:solidFill>
              </a:defRPr>
            </a:lvl3pPr>
            <a:lvl4pPr lvl="3" algn="l">
              <a:lnSpc>
                <a:spcPct val="100000"/>
              </a:lnSpc>
              <a:spcBef>
                <a:spcPts val="0"/>
              </a:spcBef>
              <a:spcAft>
                <a:spcPts val="0"/>
              </a:spcAft>
              <a:buClr>
                <a:srgbClr val="3896D2"/>
              </a:buClr>
              <a:buSzPts val="2800"/>
              <a:buNone/>
              <a:defRPr>
                <a:solidFill>
                  <a:srgbClr val="3896D2"/>
                </a:solidFill>
              </a:defRPr>
            </a:lvl4pPr>
            <a:lvl5pPr lvl="4" algn="l">
              <a:lnSpc>
                <a:spcPct val="100000"/>
              </a:lnSpc>
              <a:spcBef>
                <a:spcPts val="0"/>
              </a:spcBef>
              <a:spcAft>
                <a:spcPts val="0"/>
              </a:spcAft>
              <a:buClr>
                <a:srgbClr val="3896D2"/>
              </a:buClr>
              <a:buSzPts val="2800"/>
              <a:buNone/>
              <a:defRPr>
                <a:solidFill>
                  <a:srgbClr val="3896D2"/>
                </a:solidFill>
              </a:defRPr>
            </a:lvl5pPr>
            <a:lvl6pPr lvl="5" algn="l">
              <a:lnSpc>
                <a:spcPct val="100000"/>
              </a:lnSpc>
              <a:spcBef>
                <a:spcPts val="0"/>
              </a:spcBef>
              <a:spcAft>
                <a:spcPts val="0"/>
              </a:spcAft>
              <a:buClr>
                <a:srgbClr val="3896D2"/>
              </a:buClr>
              <a:buSzPts val="2800"/>
              <a:buNone/>
              <a:defRPr>
                <a:solidFill>
                  <a:srgbClr val="3896D2"/>
                </a:solidFill>
              </a:defRPr>
            </a:lvl6pPr>
            <a:lvl7pPr lvl="6" algn="l">
              <a:lnSpc>
                <a:spcPct val="100000"/>
              </a:lnSpc>
              <a:spcBef>
                <a:spcPts val="0"/>
              </a:spcBef>
              <a:spcAft>
                <a:spcPts val="0"/>
              </a:spcAft>
              <a:buClr>
                <a:srgbClr val="3896D2"/>
              </a:buClr>
              <a:buSzPts val="2800"/>
              <a:buNone/>
              <a:defRPr>
                <a:solidFill>
                  <a:srgbClr val="3896D2"/>
                </a:solidFill>
              </a:defRPr>
            </a:lvl7pPr>
            <a:lvl8pPr lvl="7" algn="l">
              <a:lnSpc>
                <a:spcPct val="100000"/>
              </a:lnSpc>
              <a:spcBef>
                <a:spcPts val="0"/>
              </a:spcBef>
              <a:spcAft>
                <a:spcPts val="0"/>
              </a:spcAft>
              <a:buClr>
                <a:srgbClr val="3896D2"/>
              </a:buClr>
              <a:buSzPts val="2800"/>
              <a:buNone/>
              <a:defRPr>
                <a:solidFill>
                  <a:srgbClr val="3896D2"/>
                </a:solidFill>
              </a:defRPr>
            </a:lvl8pPr>
            <a:lvl9pPr lvl="8" algn="l">
              <a:lnSpc>
                <a:spcPct val="100000"/>
              </a:lnSpc>
              <a:spcBef>
                <a:spcPts val="0"/>
              </a:spcBef>
              <a:spcAft>
                <a:spcPts val="0"/>
              </a:spcAft>
              <a:buClr>
                <a:srgbClr val="3896D2"/>
              </a:buClr>
              <a:buSzPts val="2800"/>
              <a:buNone/>
              <a:defRPr>
                <a:solidFill>
                  <a:srgbClr val="3896D2"/>
                </a:solidFill>
              </a:defRPr>
            </a:lvl9pPr>
          </a:lstStyle>
          <a:p>
            <a:endParaRPr/>
          </a:p>
        </p:txBody>
      </p:sp>
      <p:sp>
        <p:nvSpPr>
          <p:cNvPr id="85" name="Google Shape;85;p18"/>
          <p:cNvSpPr/>
          <p:nvPr/>
        </p:nvSpPr>
        <p:spPr>
          <a:xfrm>
            <a:off x="3795750" y="2040900"/>
            <a:ext cx="1552500" cy="1061700"/>
          </a:xfrm>
          <a:prstGeom prst="rightArrow">
            <a:avLst>
              <a:gd name="adj1" fmla="val 50000"/>
              <a:gd name="adj2" fmla="val 50000"/>
            </a:avLst>
          </a:prstGeom>
          <a:solidFill>
            <a:srgbClr val="324158"/>
          </a:solidFill>
          <a:ln w="9525" cap="flat" cmpd="sng">
            <a:solidFill>
              <a:srgbClr val="32415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18"/>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Faded White)">
  <p:cSld name="BLANK_2">
    <p:bg>
      <p:bgPr>
        <a:solidFill>
          <a:srgbClr val="F0F3F6"/>
        </a:solidFill>
        <a:effectLst/>
      </p:bgPr>
    </p:bg>
    <p:spTree>
      <p:nvGrpSpPr>
        <p:cNvPr id="1" name="Shape 87"/>
        <p:cNvGrpSpPr/>
        <p:nvPr/>
      </p:nvGrpSpPr>
      <p:grpSpPr>
        <a:xfrm>
          <a:off x="0" y="0"/>
          <a:ext cx="0" cy="0"/>
          <a:chOff x="0" y="0"/>
          <a:chExt cx="0" cy="0"/>
        </a:xfrm>
      </p:grpSpPr>
      <p:sp>
        <p:nvSpPr>
          <p:cNvPr id="88" name="Google Shape;88;p19"/>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Navy Blue)">
  <p:cSld name="BLANK_1">
    <p:bg>
      <p:bgPr>
        <a:solidFill>
          <a:srgbClr val="324158"/>
        </a:solidFill>
        <a:effectLst/>
      </p:bgPr>
    </p:bg>
    <p:spTree>
      <p:nvGrpSpPr>
        <p:cNvPr id="1" name="Shape 89"/>
        <p:cNvGrpSpPr/>
        <p:nvPr/>
      </p:nvGrpSpPr>
      <p:grpSpPr>
        <a:xfrm>
          <a:off x="0" y="0"/>
          <a:ext cx="0" cy="0"/>
          <a:chOff x="0" y="0"/>
          <a:chExt cx="0" cy="0"/>
        </a:xfrm>
      </p:grpSpPr>
      <p:sp>
        <p:nvSpPr>
          <p:cNvPr id="90" name="Google Shape;90;p20"/>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D230C5E5-8AEE-69F6-832E-306E1233DDDD}"/>
              </a:ext>
            </a:extLst>
          </p:cNvPr>
          <p:cNvPicPr>
            <a:picLocks noChangeAspect="1"/>
          </p:cNvPicPr>
          <p:nvPr userDrawn="1"/>
        </p:nvPicPr>
        <p:blipFill>
          <a:blip r:embed="rId2"/>
          <a:stretch>
            <a:fillRect/>
          </a:stretch>
        </p:blipFill>
        <p:spPr>
          <a:xfrm>
            <a:off x="6261100" y="4102100"/>
            <a:ext cx="2882900" cy="10414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Light Blue)">
  <p:cSld name="BLANK_1_1">
    <p:bg>
      <p:bgPr>
        <a:solidFill>
          <a:srgbClr val="3896D2"/>
        </a:solidFill>
        <a:effectLst/>
      </p:bgPr>
    </p:bg>
    <p:spTree>
      <p:nvGrpSpPr>
        <p:cNvPr id="1" name="Shape 91"/>
        <p:cNvGrpSpPr/>
        <p:nvPr/>
      </p:nvGrpSpPr>
      <p:grpSpPr>
        <a:xfrm>
          <a:off x="0" y="0"/>
          <a:ext cx="0" cy="0"/>
          <a:chOff x="0" y="0"/>
          <a:chExt cx="0" cy="0"/>
        </a:xfrm>
      </p:grpSpPr>
      <p:sp>
        <p:nvSpPr>
          <p:cNvPr id="92" name="Google Shape;92;p21"/>
          <p:cNvSpPr txBox="1">
            <a:spLocks noGrp="1"/>
          </p:cNvSpPr>
          <p:nvPr>
            <p:ph type="sldNum" idx="12"/>
          </p:nvPr>
        </p:nvSpPr>
        <p:spPr>
          <a:xfrm>
            <a:off x="62459" y="4707951"/>
            <a:ext cx="548700" cy="393600"/>
          </a:xfrm>
          <a:prstGeom prst="rect">
            <a:avLst/>
          </a:prstGeom>
          <a:noFill/>
          <a:ln>
            <a:noFill/>
          </a:ln>
        </p:spPr>
        <p:txBody>
          <a:bodyPr spcFirstLastPara="1" wrap="square" lIns="91425" tIns="91425" rIns="91425" bIns="91425" anchor="t" anchorCtr="0">
            <a:noAutofit/>
          </a:bodyPr>
          <a:lstStyle>
            <a:lvl1pPr marL="0" marR="0" lvl="0" indent="0">
              <a:lnSpc>
                <a:spcPct val="100000"/>
              </a:lnSpc>
              <a:spcBef>
                <a:spcPts val="0"/>
              </a:spcBef>
              <a:spcAft>
                <a:spcPts val="0"/>
              </a:spcAft>
              <a:buClr>
                <a:srgbClr val="000000"/>
              </a:buClr>
              <a:buSzPts val="1300"/>
              <a:buFont typeface="Arial"/>
              <a:buNone/>
              <a:defRPr b="0" i="0" u="none" strike="noStrike" cap="none">
                <a:solidFill>
                  <a:srgbClr val="FFFFFF"/>
                </a:solidFill>
              </a:defRPr>
            </a:lvl1pPr>
            <a:lvl2pPr marL="0" marR="0" lvl="1" indent="0">
              <a:lnSpc>
                <a:spcPct val="100000"/>
              </a:lnSpc>
              <a:spcBef>
                <a:spcPts val="0"/>
              </a:spcBef>
              <a:spcAft>
                <a:spcPts val="0"/>
              </a:spcAft>
              <a:buClr>
                <a:srgbClr val="000000"/>
              </a:buClr>
              <a:buSzPts val="1300"/>
              <a:buFont typeface="Arial"/>
              <a:buNone/>
              <a:defRPr b="0" i="0" u="none" strike="noStrike" cap="none">
                <a:solidFill>
                  <a:srgbClr val="FFFFFF"/>
                </a:solidFill>
              </a:defRPr>
            </a:lvl2pPr>
            <a:lvl3pPr marL="0" marR="0" lvl="2" indent="0">
              <a:lnSpc>
                <a:spcPct val="100000"/>
              </a:lnSpc>
              <a:spcBef>
                <a:spcPts val="0"/>
              </a:spcBef>
              <a:spcAft>
                <a:spcPts val="0"/>
              </a:spcAft>
              <a:buClr>
                <a:srgbClr val="000000"/>
              </a:buClr>
              <a:buSzPts val="1300"/>
              <a:buFont typeface="Arial"/>
              <a:buNone/>
              <a:defRPr b="0" i="0" u="none" strike="noStrike" cap="none">
                <a:solidFill>
                  <a:srgbClr val="FFFFFF"/>
                </a:solidFill>
              </a:defRPr>
            </a:lvl3pPr>
            <a:lvl4pPr marL="0" marR="0" lvl="3" indent="0">
              <a:lnSpc>
                <a:spcPct val="100000"/>
              </a:lnSpc>
              <a:spcBef>
                <a:spcPts val="0"/>
              </a:spcBef>
              <a:spcAft>
                <a:spcPts val="0"/>
              </a:spcAft>
              <a:buClr>
                <a:srgbClr val="000000"/>
              </a:buClr>
              <a:buSzPts val="1300"/>
              <a:buFont typeface="Arial"/>
              <a:buNone/>
              <a:defRPr b="0" i="0" u="none" strike="noStrike" cap="none">
                <a:solidFill>
                  <a:srgbClr val="FFFFFF"/>
                </a:solidFill>
              </a:defRPr>
            </a:lvl4pPr>
            <a:lvl5pPr marL="0" marR="0" lvl="4" indent="0">
              <a:lnSpc>
                <a:spcPct val="100000"/>
              </a:lnSpc>
              <a:spcBef>
                <a:spcPts val="0"/>
              </a:spcBef>
              <a:spcAft>
                <a:spcPts val="0"/>
              </a:spcAft>
              <a:buClr>
                <a:srgbClr val="000000"/>
              </a:buClr>
              <a:buSzPts val="1300"/>
              <a:buFont typeface="Arial"/>
              <a:buNone/>
              <a:defRPr b="0" i="0" u="none" strike="noStrike" cap="none">
                <a:solidFill>
                  <a:srgbClr val="FFFFFF"/>
                </a:solidFill>
              </a:defRPr>
            </a:lvl5pPr>
            <a:lvl6pPr marL="0" marR="0" lvl="5" indent="0">
              <a:lnSpc>
                <a:spcPct val="100000"/>
              </a:lnSpc>
              <a:spcBef>
                <a:spcPts val="0"/>
              </a:spcBef>
              <a:spcAft>
                <a:spcPts val="0"/>
              </a:spcAft>
              <a:buClr>
                <a:srgbClr val="000000"/>
              </a:buClr>
              <a:buSzPts val="1300"/>
              <a:buFont typeface="Arial"/>
              <a:buNone/>
              <a:defRPr b="0" i="0" u="none" strike="noStrike" cap="none">
                <a:solidFill>
                  <a:srgbClr val="FFFFFF"/>
                </a:solidFill>
              </a:defRPr>
            </a:lvl6pPr>
            <a:lvl7pPr marL="0" marR="0" lvl="6" indent="0">
              <a:lnSpc>
                <a:spcPct val="100000"/>
              </a:lnSpc>
              <a:spcBef>
                <a:spcPts val="0"/>
              </a:spcBef>
              <a:spcAft>
                <a:spcPts val="0"/>
              </a:spcAft>
              <a:buClr>
                <a:srgbClr val="000000"/>
              </a:buClr>
              <a:buSzPts val="1300"/>
              <a:buFont typeface="Arial"/>
              <a:buNone/>
              <a:defRPr b="0" i="0" u="none" strike="noStrike" cap="none">
                <a:solidFill>
                  <a:srgbClr val="FFFFFF"/>
                </a:solidFill>
              </a:defRPr>
            </a:lvl7pPr>
            <a:lvl8pPr marL="0" marR="0" lvl="7" indent="0">
              <a:lnSpc>
                <a:spcPct val="100000"/>
              </a:lnSpc>
              <a:spcBef>
                <a:spcPts val="0"/>
              </a:spcBef>
              <a:spcAft>
                <a:spcPts val="0"/>
              </a:spcAft>
              <a:buClr>
                <a:srgbClr val="000000"/>
              </a:buClr>
              <a:buSzPts val="1300"/>
              <a:buFont typeface="Arial"/>
              <a:buNone/>
              <a:defRPr b="0" i="0" u="none" strike="noStrike" cap="none">
                <a:solidFill>
                  <a:srgbClr val="FFFFFF"/>
                </a:solidFill>
              </a:defRPr>
            </a:lvl8pPr>
            <a:lvl9pPr marL="0" marR="0" lvl="8" indent="0">
              <a:lnSpc>
                <a:spcPct val="100000"/>
              </a:lnSpc>
              <a:spcBef>
                <a:spcPts val="0"/>
              </a:spcBef>
              <a:spcAft>
                <a:spcPts val="0"/>
              </a:spcAft>
              <a:buClr>
                <a:srgbClr val="000000"/>
              </a:buClr>
              <a:buSzPts val="1300"/>
              <a:buFont typeface="Arial"/>
              <a:buNone/>
              <a:defRPr b="0" i="0" u="none" strike="noStrike" cap="none">
                <a:solidFill>
                  <a:srgbClr val="FFFFFF"/>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93"/>
        <p:cNvGrpSpPr/>
        <p:nvPr/>
      </p:nvGrpSpPr>
      <p:grpSpPr>
        <a:xfrm>
          <a:off x="0" y="0"/>
          <a:ext cx="0" cy="0"/>
          <a:chOff x="0" y="0"/>
          <a:chExt cx="0" cy="0"/>
        </a:xfrm>
      </p:grpSpPr>
      <p:sp>
        <p:nvSpPr>
          <p:cNvPr id="94" name="Google Shape;94;p2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Font typeface="Fira Sans"/>
              <a:buNone/>
              <a:defRPr sz="5200">
                <a:latin typeface="Fira Sans"/>
                <a:ea typeface="Fira Sans"/>
                <a:cs typeface="Fira Sans"/>
                <a:sym typeface="Fira Sans"/>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95" name="Google Shape;95;p2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Font typeface="Fira Sans"/>
              <a:buNone/>
              <a:defRPr sz="2800">
                <a:latin typeface="Fira Sans"/>
                <a:ea typeface="Fira Sans"/>
                <a:cs typeface="Fira Sans"/>
                <a:sym typeface="Fira Sans"/>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96" name="Google Shape;96;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75623408-0D32-9BD9-78F5-D12664EA9A99}"/>
              </a:ext>
            </a:extLst>
          </p:cNvPr>
          <p:cNvPicPr>
            <a:picLocks noChangeAspect="1"/>
          </p:cNvPicPr>
          <p:nvPr userDrawn="1"/>
        </p:nvPicPr>
        <p:blipFill>
          <a:blip r:embed="rId2"/>
          <a:stretch>
            <a:fillRect/>
          </a:stretch>
        </p:blipFill>
        <p:spPr>
          <a:xfrm>
            <a:off x="6261100" y="4096381"/>
            <a:ext cx="2882900" cy="104140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2">
  <p:cSld name="TITLE_2">
    <p:spTree>
      <p:nvGrpSpPr>
        <p:cNvPr id="1" name="Shape 97"/>
        <p:cNvGrpSpPr/>
        <p:nvPr/>
      </p:nvGrpSpPr>
      <p:grpSpPr>
        <a:xfrm>
          <a:off x="0" y="0"/>
          <a:ext cx="0" cy="0"/>
          <a:chOff x="0" y="0"/>
          <a:chExt cx="0" cy="0"/>
        </a:xfrm>
      </p:grpSpPr>
      <p:sp>
        <p:nvSpPr>
          <p:cNvPr id="98" name="Google Shape;98;p2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99" name="Google Shape;99;p2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1600"/>
              </a:spcBef>
              <a:spcAft>
                <a:spcPts val="0"/>
              </a:spcAft>
              <a:buSzPts val="2800"/>
              <a:buNone/>
              <a:defRPr sz="2800"/>
            </a:lvl2pPr>
            <a:lvl3pPr lvl="2" algn="ctr">
              <a:lnSpc>
                <a:spcPct val="100000"/>
              </a:lnSpc>
              <a:spcBef>
                <a:spcPts val="1600"/>
              </a:spcBef>
              <a:spcAft>
                <a:spcPts val="0"/>
              </a:spcAft>
              <a:buSzPts val="2800"/>
              <a:buNone/>
              <a:defRPr sz="2800"/>
            </a:lvl3pPr>
            <a:lvl4pPr lvl="3" algn="ctr">
              <a:lnSpc>
                <a:spcPct val="100000"/>
              </a:lnSpc>
              <a:spcBef>
                <a:spcPts val="1600"/>
              </a:spcBef>
              <a:spcAft>
                <a:spcPts val="0"/>
              </a:spcAft>
              <a:buSzPts val="2800"/>
              <a:buNone/>
              <a:defRPr sz="2800"/>
            </a:lvl4pPr>
            <a:lvl5pPr lvl="4" algn="ctr">
              <a:lnSpc>
                <a:spcPct val="100000"/>
              </a:lnSpc>
              <a:spcBef>
                <a:spcPts val="1600"/>
              </a:spcBef>
              <a:spcAft>
                <a:spcPts val="0"/>
              </a:spcAft>
              <a:buSzPts val="2800"/>
              <a:buNone/>
              <a:defRPr sz="2800"/>
            </a:lvl5pPr>
            <a:lvl6pPr lvl="5" algn="ctr">
              <a:lnSpc>
                <a:spcPct val="100000"/>
              </a:lnSpc>
              <a:spcBef>
                <a:spcPts val="1600"/>
              </a:spcBef>
              <a:spcAft>
                <a:spcPts val="0"/>
              </a:spcAft>
              <a:buSzPts val="2800"/>
              <a:buNone/>
              <a:defRPr sz="2800"/>
            </a:lvl6pPr>
            <a:lvl7pPr lvl="6" algn="ctr">
              <a:lnSpc>
                <a:spcPct val="100000"/>
              </a:lnSpc>
              <a:spcBef>
                <a:spcPts val="1600"/>
              </a:spcBef>
              <a:spcAft>
                <a:spcPts val="0"/>
              </a:spcAft>
              <a:buSzPts val="2800"/>
              <a:buNone/>
              <a:defRPr sz="2800"/>
            </a:lvl7pPr>
            <a:lvl8pPr lvl="7" algn="ctr">
              <a:lnSpc>
                <a:spcPct val="100000"/>
              </a:lnSpc>
              <a:spcBef>
                <a:spcPts val="1600"/>
              </a:spcBef>
              <a:spcAft>
                <a:spcPts val="0"/>
              </a:spcAft>
              <a:buSzPts val="2800"/>
              <a:buNone/>
              <a:defRPr sz="2800"/>
            </a:lvl8pPr>
            <a:lvl9pPr lvl="8" algn="ctr">
              <a:lnSpc>
                <a:spcPct val="100000"/>
              </a:lnSpc>
              <a:spcBef>
                <a:spcPts val="1600"/>
              </a:spcBef>
              <a:spcAft>
                <a:spcPts val="0"/>
              </a:spcAft>
              <a:buSzPts val="2800"/>
              <a:buNone/>
              <a:defRPr sz="2800"/>
            </a:lvl9pPr>
          </a:lstStyle>
          <a:p>
            <a:endParaRPr/>
          </a:p>
        </p:txBody>
      </p:sp>
      <p:sp>
        <p:nvSpPr>
          <p:cNvPr id="100" name="Google Shape;100;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DF51CD75-E8E5-6D65-6810-8216D838AF18}"/>
              </a:ext>
            </a:extLst>
          </p:cNvPr>
          <p:cNvPicPr>
            <a:picLocks noChangeAspect="1"/>
          </p:cNvPicPr>
          <p:nvPr userDrawn="1"/>
        </p:nvPicPr>
        <p:blipFill>
          <a:blip r:embed="rId2"/>
          <a:stretch>
            <a:fillRect/>
          </a:stretch>
        </p:blipFill>
        <p:spPr>
          <a:xfrm>
            <a:off x="6200853" y="4103815"/>
            <a:ext cx="2882900" cy="104140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_AND_BODY_4">
  <p:cSld name="TITLE_AND_BODY_4">
    <p:spTree>
      <p:nvGrpSpPr>
        <p:cNvPr id="1" name="Shape 105"/>
        <p:cNvGrpSpPr/>
        <p:nvPr/>
      </p:nvGrpSpPr>
      <p:grpSpPr>
        <a:xfrm>
          <a:off x="0" y="0"/>
          <a:ext cx="0" cy="0"/>
          <a:chOff x="0" y="0"/>
          <a:chExt cx="0" cy="0"/>
        </a:xfrm>
      </p:grpSpPr>
      <p:sp>
        <p:nvSpPr>
          <p:cNvPr id="106" name="Google Shape;106;p2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SzPts val="2800"/>
              <a:buFont typeface="Fira Sans"/>
              <a:buNone/>
              <a:defRPr>
                <a:latin typeface="Fira Sans"/>
                <a:ea typeface="Fira Sans"/>
                <a:cs typeface="Fira Sans"/>
                <a:sym typeface="Fira Sans"/>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107" name="Google Shape;107;p2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rtl="0">
              <a:lnSpc>
                <a:spcPct val="115000"/>
              </a:lnSpc>
              <a:spcBef>
                <a:spcPts val="0"/>
              </a:spcBef>
              <a:spcAft>
                <a:spcPts val="0"/>
              </a:spcAft>
              <a:buSzPts val="1800"/>
              <a:buFont typeface="Fira Sans"/>
              <a:buChar char="●"/>
              <a:defRPr>
                <a:latin typeface="Fira Sans"/>
                <a:ea typeface="Fira Sans"/>
                <a:cs typeface="Fira Sans"/>
                <a:sym typeface="Fira Sans"/>
              </a:defRPr>
            </a:lvl1pPr>
            <a:lvl2pPr marL="914400" lvl="1" indent="-317500" algn="l" rtl="0">
              <a:lnSpc>
                <a:spcPct val="115000"/>
              </a:lnSpc>
              <a:spcBef>
                <a:spcPts val="1600"/>
              </a:spcBef>
              <a:spcAft>
                <a:spcPts val="0"/>
              </a:spcAft>
              <a:buSzPts val="1400"/>
              <a:buFont typeface="Fira Sans"/>
              <a:buChar char="○"/>
              <a:defRPr>
                <a:latin typeface="Fira Sans"/>
                <a:ea typeface="Fira Sans"/>
                <a:cs typeface="Fira Sans"/>
                <a:sym typeface="Fira Sans"/>
              </a:defRPr>
            </a:lvl2pPr>
            <a:lvl3pPr marL="1371600" lvl="2" indent="-317500" algn="l" rtl="0">
              <a:lnSpc>
                <a:spcPct val="115000"/>
              </a:lnSpc>
              <a:spcBef>
                <a:spcPts val="1600"/>
              </a:spcBef>
              <a:spcAft>
                <a:spcPts val="0"/>
              </a:spcAft>
              <a:buSzPts val="1400"/>
              <a:buFont typeface="Fira Sans"/>
              <a:buChar char="■"/>
              <a:defRPr>
                <a:latin typeface="Fira Sans"/>
                <a:ea typeface="Fira Sans"/>
                <a:cs typeface="Fira Sans"/>
                <a:sym typeface="Fira Sans"/>
              </a:defRPr>
            </a:lvl3pPr>
            <a:lvl4pPr marL="1828800" lvl="3" indent="-317500" algn="l" rtl="0">
              <a:lnSpc>
                <a:spcPct val="115000"/>
              </a:lnSpc>
              <a:spcBef>
                <a:spcPts val="1600"/>
              </a:spcBef>
              <a:spcAft>
                <a:spcPts val="0"/>
              </a:spcAft>
              <a:buSzPts val="1400"/>
              <a:buFont typeface="Fira Sans"/>
              <a:buChar char="●"/>
              <a:defRPr>
                <a:latin typeface="Fira Sans"/>
                <a:ea typeface="Fira Sans"/>
                <a:cs typeface="Fira Sans"/>
                <a:sym typeface="Fira Sans"/>
              </a:defRPr>
            </a:lvl4pPr>
            <a:lvl5pPr marL="2286000" lvl="4" indent="-317500" algn="l" rtl="0">
              <a:lnSpc>
                <a:spcPct val="115000"/>
              </a:lnSpc>
              <a:spcBef>
                <a:spcPts val="1600"/>
              </a:spcBef>
              <a:spcAft>
                <a:spcPts val="0"/>
              </a:spcAft>
              <a:buSzPts val="1400"/>
              <a:buFont typeface="Fira Sans"/>
              <a:buChar char="○"/>
              <a:defRPr>
                <a:latin typeface="Fira Sans"/>
                <a:ea typeface="Fira Sans"/>
                <a:cs typeface="Fira Sans"/>
                <a:sym typeface="Fira Sans"/>
              </a:defRPr>
            </a:lvl5pPr>
            <a:lvl6pPr marL="2743200" lvl="5" indent="-317500" algn="l" rtl="0">
              <a:lnSpc>
                <a:spcPct val="115000"/>
              </a:lnSpc>
              <a:spcBef>
                <a:spcPts val="1600"/>
              </a:spcBef>
              <a:spcAft>
                <a:spcPts val="0"/>
              </a:spcAft>
              <a:buSzPts val="1400"/>
              <a:buFont typeface="Fira Sans"/>
              <a:buChar char="■"/>
              <a:defRPr>
                <a:latin typeface="Fira Sans"/>
                <a:ea typeface="Fira Sans"/>
                <a:cs typeface="Fira Sans"/>
                <a:sym typeface="Fira Sans"/>
              </a:defRPr>
            </a:lvl6pPr>
            <a:lvl7pPr marL="3200400" lvl="6" indent="-317500" algn="l" rtl="0">
              <a:lnSpc>
                <a:spcPct val="115000"/>
              </a:lnSpc>
              <a:spcBef>
                <a:spcPts val="1600"/>
              </a:spcBef>
              <a:spcAft>
                <a:spcPts val="0"/>
              </a:spcAft>
              <a:buSzPts val="1400"/>
              <a:buFont typeface="Fira Sans"/>
              <a:buChar char="●"/>
              <a:defRPr>
                <a:latin typeface="Fira Sans"/>
                <a:ea typeface="Fira Sans"/>
                <a:cs typeface="Fira Sans"/>
                <a:sym typeface="Fira Sans"/>
              </a:defRPr>
            </a:lvl7pPr>
            <a:lvl8pPr marL="3657600" lvl="7" indent="-317500" algn="l" rtl="0">
              <a:lnSpc>
                <a:spcPct val="115000"/>
              </a:lnSpc>
              <a:spcBef>
                <a:spcPts val="1600"/>
              </a:spcBef>
              <a:spcAft>
                <a:spcPts val="0"/>
              </a:spcAft>
              <a:buSzPts val="1400"/>
              <a:buFont typeface="Fira Sans"/>
              <a:buChar char="○"/>
              <a:defRPr>
                <a:latin typeface="Fira Sans"/>
                <a:ea typeface="Fira Sans"/>
                <a:cs typeface="Fira Sans"/>
                <a:sym typeface="Fira Sans"/>
              </a:defRPr>
            </a:lvl8pPr>
            <a:lvl9pPr marL="4114800" lvl="8" indent="-317500" algn="l" rtl="0">
              <a:lnSpc>
                <a:spcPct val="115000"/>
              </a:lnSpc>
              <a:spcBef>
                <a:spcPts val="1600"/>
              </a:spcBef>
              <a:spcAft>
                <a:spcPts val="1600"/>
              </a:spcAft>
              <a:buSzPts val="1400"/>
              <a:buFont typeface="Fira Sans"/>
              <a:buChar char="■"/>
              <a:defRPr>
                <a:latin typeface="Fira Sans"/>
                <a:ea typeface="Fira Sans"/>
                <a:cs typeface="Fira Sans"/>
                <a:sym typeface="Fira Sans"/>
              </a:defRPr>
            </a:lvl9pPr>
          </a:lstStyle>
          <a:p>
            <a:endParaRPr/>
          </a:p>
        </p:txBody>
      </p:sp>
      <p:sp>
        <p:nvSpPr>
          <p:cNvPr id="108" name="Google Shape;108;p25"/>
          <p:cNvSpPr txBox="1">
            <a:spLocks noGrp="1"/>
          </p:cNvSpPr>
          <p:nvPr>
            <p:ph type="sldNum" idx="12"/>
          </p:nvPr>
        </p:nvSpPr>
        <p:spPr>
          <a:xfrm>
            <a:off x="63933" y="47036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FFFFFF"/>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
              <a:t>‹#›</a:t>
            </a:fld>
            <a:endParaRPr/>
          </a:p>
        </p:txBody>
      </p:sp>
      <p:pic>
        <p:nvPicPr>
          <p:cNvPr id="109" name="Google Shape;109;p25"/>
          <p:cNvPicPr preferRelativeResize="0"/>
          <p:nvPr/>
        </p:nvPicPr>
        <p:blipFill>
          <a:blip r:embed="rId2">
            <a:alphaModFix/>
          </a:blip>
          <a:stretch>
            <a:fillRect/>
          </a:stretch>
        </p:blipFill>
        <p:spPr>
          <a:xfrm>
            <a:off x="7772867" y="4703625"/>
            <a:ext cx="1306034" cy="393600"/>
          </a:xfrm>
          <a:prstGeom prst="rect">
            <a:avLst/>
          </a:prstGeom>
          <a:noFill/>
          <a:ln>
            <a:noFill/>
          </a:ln>
        </p:spPr>
      </p:pic>
      <p:pic>
        <p:nvPicPr>
          <p:cNvPr id="2" name="Picture 1">
            <a:extLst>
              <a:ext uri="{FF2B5EF4-FFF2-40B4-BE49-F238E27FC236}">
                <a16:creationId xmlns:a16="http://schemas.microsoft.com/office/drawing/2014/main" id="{B48F6A0B-2764-4EC5-113D-B829B36BB153}"/>
              </a:ext>
            </a:extLst>
          </p:cNvPr>
          <p:cNvPicPr>
            <a:picLocks noChangeAspect="1"/>
          </p:cNvPicPr>
          <p:nvPr userDrawn="1"/>
        </p:nvPicPr>
        <p:blipFill>
          <a:blip r:embed="rId3"/>
          <a:stretch>
            <a:fillRect/>
          </a:stretch>
        </p:blipFill>
        <p:spPr>
          <a:xfrm>
            <a:off x="6196001" y="4035165"/>
            <a:ext cx="2882900" cy="104140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5"/>
        <p:cNvGrpSpPr/>
        <p:nvPr/>
      </p:nvGrpSpPr>
      <p:grpSpPr>
        <a:xfrm>
          <a:off x="0" y="0"/>
          <a:ext cx="0" cy="0"/>
          <a:chOff x="0" y="0"/>
          <a:chExt cx="0" cy="0"/>
        </a:xfrm>
      </p:grpSpPr>
      <p:sp>
        <p:nvSpPr>
          <p:cNvPr id="116" name="Google Shape;116;p2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14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117" name="Google Shape;117;p2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118" name="Google Shape;118;p2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119" name="Google Shape;119;p2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324158"/>
        </a:solidFill>
        <a:effectLst/>
      </p:bgPr>
    </p:bg>
    <p:spTree>
      <p:nvGrpSpPr>
        <p:cNvPr id="1" name="Shape 120"/>
        <p:cNvGrpSpPr/>
        <p:nvPr/>
      </p:nvGrpSpPr>
      <p:grpSpPr>
        <a:xfrm>
          <a:off x="0" y="0"/>
          <a:ext cx="0" cy="0"/>
          <a:chOff x="0" y="0"/>
          <a:chExt cx="0" cy="0"/>
        </a:xfrm>
      </p:grpSpPr>
      <p:sp>
        <p:nvSpPr>
          <p:cNvPr id="121" name="Google Shape;121;p29"/>
          <p:cNvSpPr txBox="1">
            <a:spLocks noGrp="1"/>
          </p:cNvSpPr>
          <p:nvPr>
            <p:ph type="ctrTitle"/>
          </p:nvPr>
        </p:nvSpPr>
        <p:spPr>
          <a:xfrm>
            <a:off x="706650" y="411425"/>
            <a:ext cx="7730700" cy="12873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lt1"/>
              </a:buClr>
              <a:buSzPts val="6000"/>
              <a:buFont typeface="Fira Sans"/>
              <a:buNone/>
              <a:defRPr sz="6000" b="1">
                <a:solidFill>
                  <a:schemeClr val="lt1"/>
                </a:solidFill>
                <a:latin typeface="Fira Sans"/>
                <a:ea typeface="Fira Sans"/>
                <a:cs typeface="Fira Sans"/>
                <a:sym typeface="Fira Sans"/>
              </a:defRPr>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a:endParaRPr/>
          </a:p>
        </p:txBody>
      </p:sp>
      <p:pic>
        <p:nvPicPr>
          <p:cNvPr id="122" name="Google Shape;122;p29"/>
          <p:cNvPicPr preferRelativeResize="0"/>
          <p:nvPr/>
        </p:nvPicPr>
        <p:blipFill rotWithShape="1">
          <a:blip r:embed="rId2">
            <a:alphaModFix/>
          </a:blip>
          <a:srcRect/>
          <a:stretch/>
        </p:blipFill>
        <p:spPr>
          <a:xfrm>
            <a:off x="1300600" y="1858950"/>
            <a:ext cx="6542801" cy="1425600"/>
          </a:xfrm>
          <a:prstGeom prst="rect">
            <a:avLst/>
          </a:prstGeom>
          <a:noFill/>
          <a:ln>
            <a:noFill/>
          </a:ln>
        </p:spPr>
      </p:pic>
      <p:sp>
        <p:nvSpPr>
          <p:cNvPr id="123" name="Google Shape;123;p29"/>
          <p:cNvSpPr txBox="1"/>
          <p:nvPr/>
        </p:nvSpPr>
        <p:spPr>
          <a:xfrm>
            <a:off x="1512950" y="3755800"/>
            <a:ext cx="6330300" cy="90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29"/>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hank You">
  <p:cSld name="SECTION_HEADER_3">
    <p:bg>
      <p:bgPr>
        <a:solidFill>
          <a:srgbClr val="324158"/>
        </a:solidFill>
        <a:effectLst/>
      </p:bgPr>
    </p:bg>
    <p:spTree>
      <p:nvGrpSpPr>
        <p:cNvPr id="1" name="Shape 125"/>
        <p:cNvGrpSpPr/>
        <p:nvPr/>
      </p:nvGrpSpPr>
      <p:grpSpPr>
        <a:xfrm>
          <a:off x="0" y="0"/>
          <a:ext cx="0" cy="0"/>
          <a:chOff x="0" y="0"/>
          <a:chExt cx="0" cy="0"/>
        </a:xfrm>
      </p:grpSpPr>
      <p:sp>
        <p:nvSpPr>
          <p:cNvPr id="126" name="Google Shape;126;p30"/>
          <p:cNvSpPr txBox="1"/>
          <p:nvPr/>
        </p:nvSpPr>
        <p:spPr>
          <a:xfrm>
            <a:off x="1132350" y="2061225"/>
            <a:ext cx="6879300" cy="969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6000"/>
              <a:buFont typeface="Arial"/>
              <a:buNone/>
            </a:pPr>
            <a:r>
              <a:rPr lang="en" sz="6000" b="1" i="0" u="none" strike="noStrike" cap="none">
                <a:solidFill>
                  <a:schemeClr val="lt1"/>
                </a:solidFill>
                <a:latin typeface="Fira Sans"/>
                <a:ea typeface="Fira Sans"/>
                <a:cs typeface="Fira Sans"/>
                <a:sym typeface="Fira Sans"/>
              </a:rPr>
              <a:t>Thank You!</a:t>
            </a:r>
            <a:endParaRPr sz="6000" b="1" i="0" u="none" strike="noStrike" cap="none">
              <a:solidFill>
                <a:schemeClr val="lt1"/>
              </a:solidFill>
              <a:latin typeface="Fira Sans"/>
              <a:ea typeface="Fira Sans"/>
              <a:cs typeface="Fira Sans"/>
              <a:sym typeface="Fira Sans"/>
            </a:endParaRPr>
          </a:p>
        </p:txBody>
      </p:sp>
      <p:sp>
        <p:nvSpPr>
          <p:cNvPr id="127" name="Google Shape;127;p30"/>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White/Light Blue)(Centered)">
  <p:cSld name="SECTION_HEADER_2">
    <p:bg>
      <p:bgPr>
        <a:solidFill>
          <a:schemeClr val="lt1"/>
        </a:solidFill>
        <a:effectLst/>
      </p:bgPr>
    </p:bg>
    <p:spTree>
      <p:nvGrpSpPr>
        <p:cNvPr id="1" name="Shape 128"/>
        <p:cNvGrpSpPr/>
        <p:nvPr/>
      </p:nvGrpSpPr>
      <p:grpSpPr>
        <a:xfrm>
          <a:off x="0" y="0"/>
          <a:ext cx="0" cy="0"/>
          <a:chOff x="0" y="0"/>
          <a:chExt cx="0" cy="0"/>
        </a:xfrm>
      </p:grpSpPr>
      <p:sp>
        <p:nvSpPr>
          <p:cNvPr id="129" name="Google Shape;129;p31"/>
          <p:cNvSpPr txBox="1">
            <a:spLocks noGrp="1"/>
          </p:cNvSpPr>
          <p:nvPr>
            <p:ph type="title"/>
          </p:nvPr>
        </p:nvSpPr>
        <p:spPr>
          <a:xfrm>
            <a:off x="311700" y="1592700"/>
            <a:ext cx="8520600" cy="19581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rgbClr val="3896D2"/>
              </a:buClr>
              <a:buSzPts val="6000"/>
              <a:buFont typeface="Fira Sans"/>
              <a:buNone/>
              <a:defRPr sz="6000" b="1">
                <a:solidFill>
                  <a:srgbClr val="3896D2"/>
                </a:solidFill>
                <a:latin typeface="Fira Sans"/>
                <a:ea typeface="Fira Sans"/>
                <a:cs typeface="Fira Sans"/>
                <a:sym typeface="Fira Sans"/>
              </a:defRPr>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a:endParaRPr/>
          </a:p>
        </p:txBody>
      </p:sp>
      <p:sp>
        <p:nvSpPr>
          <p:cNvPr id="130" name="Google Shape;130;p3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amp; Minimal Text (Centered)">
  <p:cSld name="SECTION_HEADER_2_1">
    <p:bg>
      <p:bgPr>
        <a:solidFill>
          <a:schemeClr val="lt1"/>
        </a:solidFill>
        <a:effectLst/>
      </p:bgPr>
    </p:bg>
    <p:spTree>
      <p:nvGrpSpPr>
        <p:cNvPr id="1" name="Shape 131"/>
        <p:cNvGrpSpPr/>
        <p:nvPr/>
      </p:nvGrpSpPr>
      <p:grpSpPr>
        <a:xfrm>
          <a:off x="0" y="0"/>
          <a:ext cx="0" cy="0"/>
          <a:chOff x="0" y="0"/>
          <a:chExt cx="0" cy="0"/>
        </a:xfrm>
      </p:grpSpPr>
      <p:sp>
        <p:nvSpPr>
          <p:cNvPr id="132" name="Google Shape;132;p32"/>
          <p:cNvSpPr txBox="1">
            <a:spLocks noGrp="1"/>
          </p:cNvSpPr>
          <p:nvPr>
            <p:ph type="title"/>
          </p:nvPr>
        </p:nvSpPr>
        <p:spPr>
          <a:xfrm>
            <a:off x="311700" y="1592700"/>
            <a:ext cx="8520600" cy="19581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Clr>
                <a:srgbClr val="3896D2"/>
              </a:buClr>
              <a:buSzPts val="6000"/>
              <a:buFont typeface="Fira Sans"/>
              <a:buNone/>
              <a:defRPr sz="6000" b="1">
                <a:solidFill>
                  <a:srgbClr val="3896D2"/>
                </a:solidFill>
                <a:latin typeface="Fira Sans"/>
                <a:ea typeface="Fira Sans"/>
                <a:cs typeface="Fira Sans"/>
                <a:sym typeface="Fira Sans"/>
              </a:defRPr>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a:endParaRPr/>
          </a:p>
        </p:txBody>
      </p:sp>
      <p:sp>
        <p:nvSpPr>
          <p:cNvPr id="133" name="Google Shape;133;p32"/>
          <p:cNvSpPr txBox="1">
            <a:spLocks noGrp="1"/>
          </p:cNvSpPr>
          <p:nvPr>
            <p:ph type="subTitle" idx="1"/>
          </p:nvPr>
        </p:nvSpPr>
        <p:spPr>
          <a:xfrm>
            <a:off x="2096875" y="3649625"/>
            <a:ext cx="4923600" cy="474300"/>
          </a:xfrm>
          <a:prstGeom prst="rect">
            <a:avLst/>
          </a:prstGeom>
          <a:noFill/>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1800"/>
              <a:buNone/>
              <a:defRPr sz="2400">
                <a:solidFill>
                  <a:srgbClr val="000000"/>
                </a:solidFill>
                <a:latin typeface="Fira Sans"/>
                <a:ea typeface="Fira Sans"/>
                <a:cs typeface="Fira Sans"/>
                <a:sym typeface="Fira Sans"/>
              </a:defRPr>
            </a:lvl1pPr>
            <a:lvl2pPr lvl="1" algn="l" rtl="0">
              <a:lnSpc>
                <a:spcPct val="115000"/>
              </a:lnSpc>
              <a:spcBef>
                <a:spcPts val="1600"/>
              </a:spcBef>
              <a:spcAft>
                <a:spcPts val="0"/>
              </a:spcAft>
              <a:buSzPts val="1400"/>
              <a:buNone/>
              <a:defRPr/>
            </a:lvl2pPr>
            <a:lvl3pPr lvl="2" algn="l" rtl="0">
              <a:lnSpc>
                <a:spcPct val="115000"/>
              </a:lnSpc>
              <a:spcBef>
                <a:spcPts val="1600"/>
              </a:spcBef>
              <a:spcAft>
                <a:spcPts val="0"/>
              </a:spcAft>
              <a:buSzPts val="1400"/>
              <a:buNone/>
              <a:defRPr/>
            </a:lvl3pPr>
            <a:lvl4pPr lvl="3" algn="l" rtl="0">
              <a:lnSpc>
                <a:spcPct val="115000"/>
              </a:lnSpc>
              <a:spcBef>
                <a:spcPts val="1600"/>
              </a:spcBef>
              <a:spcAft>
                <a:spcPts val="0"/>
              </a:spcAft>
              <a:buSzPts val="1400"/>
              <a:buNone/>
              <a:defRPr/>
            </a:lvl4pPr>
            <a:lvl5pPr lvl="4" algn="l" rtl="0">
              <a:lnSpc>
                <a:spcPct val="115000"/>
              </a:lnSpc>
              <a:spcBef>
                <a:spcPts val="1600"/>
              </a:spcBef>
              <a:spcAft>
                <a:spcPts val="0"/>
              </a:spcAft>
              <a:buSzPts val="1400"/>
              <a:buNone/>
              <a:defRPr/>
            </a:lvl5pPr>
            <a:lvl6pPr lvl="5" algn="l" rtl="0">
              <a:lnSpc>
                <a:spcPct val="115000"/>
              </a:lnSpc>
              <a:spcBef>
                <a:spcPts val="1600"/>
              </a:spcBef>
              <a:spcAft>
                <a:spcPts val="0"/>
              </a:spcAft>
              <a:buSzPts val="1400"/>
              <a:buNone/>
              <a:defRPr/>
            </a:lvl6pPr>
            <a:lvl7pPr lvl="6" algn="l" rtl="0">
              <a:lnSpc>
                <a:spcPct val="115000"/>
              </a:lnSpc>
              <a:spcBef>
                <a:spcPts val="1600"/>
              </a:spcBef>
              <a:spcAft>
                <a:spcPts val="0"/>
              </a:spcAft>
              <a:buSzPts val="1400"/>
              <a:buNone/>
              <a:defRPr/>
            </a:lvl7pPr>
            <a:lvl8pPr lvl="7" algn="l" rtl="0">
              <a:lnSpc>
                <a:spcPct val="115000"/>
              </a:lnSpc>
              <a:spcBef>
                <a:spcPts val="1600"/>
              </a:spcBef>
              <a:spcAft>
                <a:spcPts val="0"/>
              </a:spcAft>
              <a:buSzPts val="1400"/>
              <a:buNone/>
              <a:defRPr/>
            </a:lvl8pPr>
            <a:lvl9pPr lvl="8" algn="l" rtl="0">
              <a:lnSpc>
                <a:spcPct val="115000"/>
              </a:lnSpc>
              <a:spcBef>
                <a:spcPts val="1600"/>
              </a:spcBef>
              <a:spcAft>
                <a:spcPts val="1600"/>
              </a:spcAft>
              <a:buSzPts val="1400"/>
              <a:buNone/>
              <a:defRPr/>
            </a:lvl9pPr>
          </a:lstStyle>
          <a:p>
            <a:endParaRPr/>
          </a:p>
        </p:txBody>
      </p:sp>
      <p:sp>
        <p:nvSpPr>
          <p:cNvPr id="134" name="Google Shape;134;p32"/>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Title (Top)">
  <p:cSld name="SECTION_HEADER_1">
    <p:bg>
      <p:bgPr>
        <a:solidFill>
          <a:srgbClr val="324158"/>
        </a:solidFill>
        <a:effectLst/>
      </p:bgPr>
    </p:bg>
    <p:spTree>
      <p:nvGrpSpPr>
        <p:cNvPr id="1" name="Shape 135"/>
        <p:cNvGrpSpPr/>
        <p:nvPr/>
      </p:nvGrpSpPr>
      <p:grpSpPr>
        <a:xfrm>
          <a:off x="0" y="0"/>
          <a:ext cx="0" cy="0"/>
          <a:chOff x="0" y="0"/>
          <a:chExt cx="0" cy="0"/>
        </a:xfrm>
      </p:grpSpPr>
      <p:sp>
        <p:nvSpPr>
          <p:cNvPr id="136" name="Google Shape;136;p33"/>
          <p:cNvSpPr txBox="1">
            <a:spLocks noGrp="1"/>
          </p:cNvSpPr>
          <p:nvPr>
            <p:ph type="title"/>
          </p:nvPr>
        </p:nvSpPr>
        <p:spPr>
          <a:xfrm>
            <a:off x="311700" y="398275"/>
            <a:ext cx="8520600" cy="19581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6000"/>
              <a:buFont typeface="Fira Sans"/>
              <a:buNone/>
              <a:defRPr sz="6000" b="1">
                <a:latin typeface="Fira Sans"/>
                <a:ea typeface="Fira Sans"/>
                <a:cs typeface="Fira Sans"/>
                <a:sym typeface="Fira Sans"/>
              </a:defRPr>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a:endParaRPr/>
          </a:p>
        </p:txBody>
      </p:sp>
      <p:sp>
        <p:nvSpPr>
          <p:cNvPr id="137" name="Google Shape;137;p33"/>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1 column) (Black text)" type="tx">
  <p:cSld name="TITLE_AND_BODY">
    <p:spTree>
      <p:nvGrpSpPr>
        <p:cNvPr id="1" name="Shape 138"/>
        <p:cNvGrpSpPr/>
        <p:nvPr/>
      </p:nvGrpSpPr>
      <p:grpSpPr>
        <a:xfrm>
          <a:off x="0" y="0"/>
          <a:ext cx="0" cy="0"/>
          <a:chOff x="0" y="0"/>
          <a:chExt cx="0" cy="0"/>
        </a:xfrm>
      </p:grpSpPr>
      <p:sp>
        <p:nvSpPr>
          <p:cNvPr id="139" name="Google Shape;139;p34"/>
          <p:cNvSpPr/>
          <p:nvPr/>
        </p:nvSpPr>
        <p:spPr>
          <a:xfrm>
            <a:off x="0" y="0"/>
            <a:ext cx="2309100" cy="5143500"/>
          </a:xfrm>
          <a:prstGeom prst="rect">
            <a:avLst/>
          </a:prstGeom>
          <a:solidFill>
            <a:srgbClr val="3896D2"/>
          </a:solidFill>
          <a:ln>
            <a:noFill/>
          </a:ln>
          <a:effectLst>
            <a:outerShdw blurRad="38100" dist="25400" dir="5400000" rotWithShape="0">
              <a:srgbClr val="000000">
                <a:alpha val="44310"/>
              </a:srgbClr>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Fira Sans"/>
              <a:ea typeface="Fira Sans"/>
              <a:cs typeface="Fira Sans"/>
              <a:sym typeface="Fira Sans"/>
            </a:endParaRPr>
          </a:p>
        </p:txBody>
      </p:sp>
      <p:sp>
        <p:nvSpPr>
          <p:cNvPr id="140" name="Google Shape;140;p34"/>
          <p:cNvSpPr txBox="1">
            <a:spLocks noGrp="1"/>
          </p:cNvSpPr>
          <p:nvPr>
            <p:ph type="subTitle" idx="1"/>
          </p:nvPr>
        </p:nvSpPr>
        <p:spPr>
          <a:xfrm>
            <a:off x="238800" y="477750"/>
            <a:ext cx="1831500" cy="393600"/>
          </a:xfrm>
          <a:prstGeom prst="rect">
            <a:avLst/>
          </a:prstGeom>
          <a:noFill/>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1800"/>
              <a:buNone/>
              <a:defRPr sz="2800" b="1">
                <a:solidFill>
                  <a:schemeClr val="lt1"/>
                </a:solidFill>
                <a:latin typeface="Fira Sans"/>
                <a:ea typeface="Fira Sans"/>
                <a:cs typeface="Fira Sans"/>
                <a:sym typeface="Fira Sans"/>
              </a:defRPr>
            </a:lvl1pPr>
            <a:lvl2pPr lvl="1" algn="l" rtl="0">
              <a:lnSpc>
                <a:spcPct val="115000"/>
              </a:lnSpc>
              <a:spcBef>
                <a:spcPts val="1600"/>
              </a:spcBef>
              <a:spcAft>
                <a:spcPts val="0"/>
              </a:spcAft>
              <a:buSzPts val="1400"/>
              <a:buNone/>
              <a:defRPr>
                <a:latin typeface="Fira Sans"/>
                <a:ea typeface="Fira Sans"/>
                <a:cs typeface="Fira Sans"/>
                <a:sym typeface="Fira Sans"/>
              </a:defRPr>
            </a:lvl2pPr>
            <a:lvl3pPr lvl="2" algn="l" rtl="0">
              <a:lnSpc>
                <a:spcPct val="115000"/>
              </a:lnSpc>
              <a:spcBef>
                <a:spcPts val="1600"/>
              </a:spcBef>
              <a:spcAft>
                <a:spcPts val="0"/>
              </a:spcAft>
              <a:buSzPts val="1400"/>
              <a:buNone/>
              <a:defRPr>
                <a:latin typeface="Fira Sans"/>
                <a:ea typeface="Fira Sans"/>
                <a:cs typeface="Fira Sans"/>
                <a:sym typeface="Fira Sans"/>
              </a:defRPr>
            </a:lvl3pPr>
            <a:lvl4pPr lvl="3" algn="l" rtl="0">
              <a:lnSpc>
                <a:spcPct val="115000"/>
              </a:lnSpc>
              <a:spcBef>
                <a:spcPts val="1600"/>
              </a:spcBef>
              <a:spcAft>
                <a:spcPts val="0"/>
              </a:spcAft>
              <a:buSzPts val="1400"/>
              <a:buNone/>
              <a:defRPr>
                <a:latin typeface="Fira Sans"/>
                <a:ea typeface="Fira Sans"/>
                <a:cs typeface="Fira Sans"/>
                <a:sym typeface="Fira Sans"/>
              </a:defRPr>
            </a:lvl4pPr>
            <a:lvl5pPr lvl="4" algn="l" rtl="0">
              <a:lnSpc>
                <a:spcPct val="115000"/>
              </a:lnSpc>
              <a:spcBef>
                <a:spcPts val="1600"/>
              </a:spcBef>
              <a:spcAft>
                <a:spcPts val="0"/>
              </a:spcAft>
              <a:buSzPts val="1400"/>
              <a:buNone/>
              <a:defRPr>
                <a:latin typeface="Fira Sans"/>
                <a:ea typeface="Fira Sans"/>
                <a:cs typeface="Fira Sans"/>
                <a:sym typeface="Fira Sans"/>
              </a:defRPr>
            </a:lvl5pPr>
            <a:lvl6pPr lvl="5" algn="l" rtl="0">
              <a:lnSpc>
                <a:spcPct val="115000"/>
              </a:lnSpc>
              <a:spcBef>
                <a:spcPts val="1600"/>
              </a:spcBef>
              <a:spcAft>
                <a:spcPts val="0"/>
              </a:spcAft>
              <a:buSzPts val="1400"/>
              <a:buNone/>
              <a:defRPr>
                <a:latin typeface="Fira Sans"/>
                <a:ea typeface="Fira Sans"/>
                <a:cs typeface="Fira Sans"/>
                <a:sym typeface="Fira Sans"/>
              </a:defRPr>
            </a:lvl6pPr>
            <a:lvl7pPr lvl="6" algn="l" rtl="0">
              <a:lnSpc>
                <a:spcPct val="115000"/>
              </a:lnSpc>
              <a:spcBef>
                <a:spcPts val="1600"/>
              </a:spcBef>
              <a:spcAft>
                <a:spcPts val="0"/>
              </a:spcAft>
              <a:buSzPts val="1400"/>
              <a:buNone/>
              <a:defRPr>
                <a:latin typeface="Fira Sans"/>
                <a:ea typeface="Fira Sans"/>
                <a:cs typeface="Fira Sans"/>
                <a:sym typeface="Fira Sans"/>
              </a:defRPr>
            </a:lvl7pPr>
            <a:lvl8pPr lvl="7" algn="l" rtl="0">
              <a:lnSpc>
                <a:spcPct val="115000"/>
              </a:lnSpc>
              <a:spcBef>
                <a:spcPts val="1600"/>
              </a:spcBef>
              <a:spcAft>
                <a:spcPts val="0"/>
              </a:spcAft>
              <a:buSzPts val="1400"/>
              <a:buNone/>
              <a:defRPr>
                <a:latin typeface="Fira Sans"/>
                <a:ea typeface="Fira Sans"/>
                <a:cs typeface="Fira Sans"/>
                <a:sym typeface="Fira Sans"/>
              </a:defRPr>
            </a:lvl8pPr>
            <a:lvl9pPr lvl="8" algn="l" rtl="0">
              <a:lnSpc>
                <a:spcPct val="115000"/>
              </a:lnSpc>
              <a:spcBef>
                <a:spcPts val="1600"/>
              </a:spcBef>
              <a:spcAft>
                <a:spcPts val="1600"/>
              </a:spcAft>
              <a:buSzPts val="1400"/>
              <a:buNone/>
              <a:defRPr>
                <a:latin typeface="Fira Sans"/>
                <a:ea typeface="Fira Sans"/>
                <a:cs typeface="Fira Sans"/>
                <a:sym typeface="Fira Sans"/>
              </a:defRPr>
            </a:lvl9pPr>
          </a:lstStyle>
          <a:p>
            <a:endParaRPr/>
          </a:p>
        </p:txBody>
      </p:sp>
      <p:sp>
        <p:nvSpPr>
          <p:cNvPr id="141" name="Google Shape;141;p34"/>
          <p:cNvSpPr txBox="1">
            <a:spLocks noGrp="1"/>
          </p:cNvSpPr>
          <p:nvPr>
            <p:ph type="body" idx="2"/>
          </p:nvPr>
        </p:nvSpPr>
        <p:spPr>
          <a:xfrm>
            <a:off x="2471825" y="477750"/>
            <a:ext cx="5700000" cy="4339800"/>
          </a:xfrm>
          <a:prstGeom prst="rect">
            <a:avLst/>
          </a:prstGeom>
          <a:noFill/>
          <a:ln>
            <a:noFill/>
          </a:ln>
        </p:spPr>
        <p:txBody>
          <a:bodyPr spcFirstLastPara="1" wrap="square" lIns="91425" tIns="91425" rIns="91425" bIns="91425" anchor="t" anchorCtr="0">
            <a:noAutofit/>
          </a:bodyPr>
          <a:lstStyle>
            <a:lvl1pPr marL="457200" lvl="0" indent="-393700" algn="l" rtl="0">
              <a:lnSpc>
                <a:spcPct val="115000"/>
              </a:lnSpc>
              <a:spcBef>
                <a:spcPts val="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1pPr>
            <a:lvl2pPr marL="914400" lvl="1" indent="-393700" algn="l" rtl="0">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2pPr>
            <a:lvl3pPr marL="1371600" lvl="2" indent="-393700" algn="l" rtl="0">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3pPr>
            <a:lvl4pPr marL="1828800" lvl="3" indent="-393700" algn="l" rtl="0">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4pPr>
            <a:lvl5pPr marL="2286000" lvl="4" indent="-393700" algn="l" rtl="0">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5pPr>
            <a:lvl6pPr marL="2743200" lvl="5" indent="-393700" algn="l" rtl="0">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6pPr>
            <a:lvl7pPr marL="3200400" lvl="6" indent="-393700" algn="l" rtl="0">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7pPr>
            <a:lvl8pPr marL="3657600" lvl="7" indent="-393700" algn="l" rtl="0">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8pPr>
            <a:lvl9pPr marL="4114800" lvl="8" indent="-393700" algn="l" rtl="0">
              <a:lnSpc>
                <a:spcPct val="115000"/>
              </a:lnSpc>
              <a:spcBef>
                <a:spcPts val="1600"/>
              </a:spcBef>
              <a:spcAft>
                <a:spcPts val="1600"/>
              </a:spcAft>
              <a:buClr>
                <a:srgbClr val="FFFFFF"/>
              </a:buClr>
              <a:buSzPts val="2600"/>
              <a:buFont typeface="Fira Sans"/>
              <a:buChar char="■"/>
              <a:defRPr sz="2600">
                <a:solidFill>
                  <a:srgbClr val="FFFFFF"/>
                </a:solidFill>
                <a:latin typeface="Fira Sans"/>
                <a:ea typeface="Fira Sans"/>
                <a:cs typeface="Fira Sans"/>
                <a:sym typeface="Fira Sans"/>
              </a:defRPr>
            </a:lvl9pPr>
          </a:lstStyle>
          <a:p>
            <a:endParaRPr/>
          </a:p>
        </p:txBody>
      </p:sp>
      <p:sp>
        <p:nvSpPr>
          <p:cNvPr id="142" name="Google Shape;142;p34"/>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mp; Blank (1 column) ">
  <p:cSld name="TITLE_AND_BODY_2">
    <p:spTree>
      <p:nvGrpSpPr>
        <p:cNvPr id="1" name="Shape 143"/>
        <p:cNvGrpSpPr/>
        <p:nvPr/>
      </p:nvGrpSpPr>
      <p:grpSpPr>
        <a:xfrm>
          <a:off x="0" y="0"/>
          <a:ext cx="0" cy="0"/>
          <a:chOff x="0" y="0"/>
          <a:chExt cx="0" cy="0"/>
        </a:xfrm>
      </p:grpSpPr>
      <p:sp>
        <p:nvSpPr>
          <p:cNvPr id="144" name="Google Shape;144;p35"/>
          <p:cNvSpPr/>
          <p:nvPr/>
        </p:nvSpPr>
        <p:spPr>
          <a:xfrm>
            <a:off x="0" y="0"/>
            <a:ext cx="2309100" cy="5143500"/>
          </a:xfrm>
          <a:prstGeom prst="rect">
            <a:avLst/>
          </a:prstGeom>
          <a:solidFill>
            <a:srgbClr val="3896D2"/>
          </a:solidFill>
          <a:ln>
            <a:noFill/>
          </a:ln>
          <a:effectLst>
            <a:outerShdw blurRad="38100" dist="25400" dir="5400000" rotWithShape="0">
              <a:srgbClr val="000000">
                <a:alpha val="44310"/>
              </a:srgbClr>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Fira Sans"/>
              <a:ea typeface="Fira Sans"/>
              <a:cs typeface="Fira Sans"/>
              <a:sym typeface="Fira Sans"/>
            </a:endParaRPr>
          </a:p>
        </p:txBody>
      </p:sp>
      <p:sp>
        <p:nvSpPr>
          <p:cNvPr id="145" name="Google Shape;145;p35"/>
          <p:cNvSpPr txBox="1">
            <a:spLocks noGrp="1"/>
          </p:cNvSpPr>
          <p:nvPr>
            <p:ph type="subTitle" idx="1"/>
          </p:nvPr>
        </p:nvSpPr>
        <p:spPr>
          <a:xfrm>
            <a:off x="238800" y="477750"/>
            <a:ext cx="1831500" cy="393600"/>
          </a:xfrm>
          <a:prstGeom prst="rect">
            <a:avLst/>
          </a:prstGeom>
          <a:noFill/>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1800"/>
              <a:buNone/>
              <a:defRPr sz="2800" b="1">
                <a:solidFill>
                  <a:schemeClr val="lt1"/>
                </a:solidFill>
                <a:latin typeface="Fira Sans"/>
                <a:ea typeface="Fira Sans"/>
                <a:cs typeface="Fira Sans"/>
                <a:sym typeface="Fira Sans"/>
              </a:defRPr>
            </a:lvl1pPr>
            <a:lvl2pPr lvl="1" algn="l" rtl="0">
              <a:lnSpc>
                <a:spcPct val="115000"/>
              </a:lnSpc>
              <a:spcBef>
                <a:spcPts val="1600"/>
              </a:spcBef>
              <a:spcAft>
                <a:spcPts val="0"/>
              </a:spcAft>
              <a:buSzPts val="1400"/>
              <a:buNone/>
              <a:defRPr>
                <a:latin typeface="Fira Sans"/>
                <a:ea typeface="Fira Sans"/>
                <a:cs typeface="Fira Sans"/>
                <a:sym typeface="Fira Sans"/>
              </a:defRPr>
            </a:lvl2pPr>
            <a:lvl3pPr lvl="2" algn="l" rtl="0">
              <a:lnSpc>
                <a:spcPct val="115000"/>
              </a:lnSpc>
              <a:spcBef>
                <a:spcPts val="1600"/>
              </a:spcBef>
              <a:spcAft>
                <a:spcPts val="0"/>
              </a:spcAft>
              <a:buSzPts val="1400"/>
              <a:buNone/>
              <a:defRPr>
                <a:latin typeface="Fira Sans"/>
                <a:ea typeface="Fira Sans"/>
                <a:cs typeface="Fira Sans"/>
                <a:sym typeface="Fira Sans"/>
              </a:defRPr>
            </a:lvl3pPr>
            <a:lvl4pPr lvl="3" algn="l" rtl="0">
              <a:lnSpc>
                <a:spcPct val="115000"/>
              </a:lnSpc>
              <a:spcBef>
                <a:spcPts val="1600"/>
              </a:spcBef>
              <a:spcAft>
                <a:spcPts val="0"/>
              </a:spcAft>
              <a:buSzPts val="1400"/>
              <a:buNone/>
              <a:defRPr>
                <a:latin typeface="Fira Sans"/>
                <a:ea typeface="Fira Sans"/>
                <a:cs typeface="Fira Sans"/>
                <a:sym typeface="Fira Sans"/>
              </a:defRPr>
            </a:lvl4pPr>
            <a:lvl5pPr lvl="4" algn="l" rtl="0">
              <a:lnSpc>
                <a:spcPct val="115000"/>
              </a:lnSpc>
              <a:spcBef>
                <a:spcPts val="1600"/>
              </a:spcBef>
              <a:spcAft>
                <a:spcPts val="0"/>
              </a:spcAft>
              <a:buSzPts val="1400"/>
              <a:buNone/>
              <a:defRPr>
                <a:latin typeface="Fira Sans"/>
                <a:ea typeface="Fira Sans"/>
                <a:cs typeface="Fira Sans"/>
                <a:sym typeface="Fira Sans"/>
              </a:defRPr>
            </a:lvl5pPr>
            <a:lvl6pPr lvl="5" algn="l" rtl="0">
              <a:lnSpc>
                <a:spcPct val="115000"/>
              </a:lnSpc>
              <a:spcBef>
                <a:spcPts val="1600"/>
              </a:spcBef>
              <a:spcAft>
                <a:spcPts val="0"/>
              </a:spcAft>
              <a:buSzPts val="1400"/>
              <a:buNone/>
              <a:defRPr>
                <a:latin typeface="Fira Sans"/>
                <a:ea typeface="Fira Sans"/>
                <a:cs typeface="Fira Sans"/>
                <a:sym typeface="Fira Sans"/>
              </a:defRPr>
            </a:lvl6pPr>
            <a:lvl7pPr lvl="6" algn="l" rtl="0">
              <a:lnSpc>
                <a:spcPct val="115000"/>
              </a:lnSpc>
              <a:spcBef>
                <a:spcPts val="1600"/>
              </a:spcBef>
              <a:spcAft>
                <a:spcPts val="0"/>
              </a:spcAft>
              <a:buSzPts val="1400"/>
              <a:buNone/>
              <a:defRPr>
                <a:latin typeface="Fira Sans"/>
                <a:ea typeface="Fira Sans"/>
                <a:cs typeface="Fira Sans"/>
                <a:sym typeface="Fira Sans"/>
              </a:defRPr>
            </a:lvl7pPr>
            <a:lvl8pPr lvl="7" algn="l" rtl="0">
              <a:lnSpc>
                <a:spcPct val="115000"/>
              </a:lnSpc>
              <a:spcBef>
                <a:spcPts val="1600"/>
              </a:spcBef>
              <a:spcAft>
                <a:spcPts val="0"/>
              </a:spcAft>
              <a:buSzPts val="1400"/>
              <a:buNone/>
              <a:defRPr>
                <a:latin typeface="Fira Sans"/>
                <a:ea typeface="Fira Sans"/>
                <a:cs typeface="Fira Sans"/>
                <a:sym typeface="Fira Sans"/>
              </a:defRPr>
            </a:lvl8pPr>
            <a:lvl9pPr lvl="8" algn="l" rtl="0">
              <a:lnSpc>
                <a:spcPct val="115000"/>
              </a:lnSpc>
              <a:spcBef>
                <a:spcPts val="1600"/>
              </a:spcBef>
              <a:spcAft>
                <a:spcPts val="1600"/>
              </a:spcAft>
              <a:buSzPts val="1400"/>
              <a:buNone/>
              <a:defRPr>
                <a:latin typeface="Fira Sans"/>
                <a:ea typeface="Fira Sans"/>
                <a:cs typeface="Fira Sans"/>
                <a:sym typeface="Fira Sans"/>
              </a:defRPr>
            </a:lvl9pPr>
          </a:lstStyle>
          <a:p>
            <a:endParaRPr/>
          </a:p>
        </p:txBody>
      </p:sp>
      <p:sp>
        <p:nvSpPr>
          <p:cNvPr id="146" name="Google Shape;146;p35"/>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body (1 column) (Light Blue text)">
  <p:cSld name="TITLE_AND_BODY_1">
    <p:spTree>
      <p:nvGrpSpPr>
        <p:cNvPr id="1" name="Shape 147"/>
        <p:cNvGrpSpPr/>
        <p:nvPr/>
      </p:nvGrpSpPr>
      <p:grpSpPr>
        <a:xfrm>
          <a:off x="0" y="0"/>
          <a:ext cx="0" cy="0"/>
          <a:chOff x="0" y="0"/>
          <a:chExt cx="0" cy="0"/>
        </a:xfrm>
      </p:grpSpPr>
      <p:sp>
        <p:nvSpPr>
          <p:cNvPr id="148" name="Google Shape;148;p36"/>
          <p:cNvSpPr/>
          <p:nvPr/>
        </p:nvSpPr>
        <p:spPr>
          <a:xfrm>
            <a:off x="0" y="0"/>
            <a:ext cx="2309100" cy="5143500"/>
          </a:xfrm>
          <a:prstGeom prst="rect">
            <a:avLst/>
          </a:prstGeom>
          <a:solidFill>
            <a:srgbClr val="3896D2"/>
          </a:solidFill>
          <a:ln>
            <a:noFill/>
          </a:ln>
          <a:effectLst>
            <a:outerShdw blurRad="38100" dist="25400" dir="5400000" rotWithShape="0">
              <a:srgbClr val="000000">
                <a:alpha val="44310"/>
              </a:srgbClr>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Fira Sans"/>
              <a:ea typeface="Fira Sans"/>
              <a:cs typeface="Fira Sans"/>
              <a:sym typeface="Fira Sans"/>
            </a:endParaRPr>
          </a:p>
        </p:txBody>
      </p:sp>
      <p:sp>
        <p:nvSpPr>
          <p:cNvPr id="149" name="Google Shape;149;p36"/>
          <p:cNvSpPr txBox="1">
            <a:spLocks noGrp="1"/>
          </p:cNvSpPr>
          <p:nvPr>
            <p:ph type="subTitle" idx="1"/>
          </p:nvPr>
        </p:nvSpPr>
        <p:spPr>
          <a:xfrm>
            <a:off x="238800" y="477750"/>
            <a:ext cx="1831500" cy="393600"/>
          </a:xfrm>
          <a:prstGeom prst="rect">
            <a:avLst/>
          </a:prstGeom>
          <a:noFill/>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1800"/>
              <a:buNone/>
              <a:defRPr sz="2800" b="1">
                <a:solidFill>
                  <a:schemeClr val="lt1"/>
                </a:solidFill>
                <a:latin typeface="Fira Sans"/>
                <a:ea typeface="Fira Sans"/>
                <a:cs typeface="Fira Sans"/>
                <a:sym typeface="Fira Sans"/>
              </a:defRPr>
            </a:lvl1pPr>
            <a:lvl2pPr lvl="1" algn="l" rtl="0">
              <a:lnSpc>
                <a:spcPct val="115000"/>
              </a:lnSpc>
              <a:spcBef>
                <a:spcPts val="1600"/>
              </a:spcBef>
              <a:spcAft>
                <a:spcPts val="0"/>
              </a:spcAft>
              <a:buSzPts val="1400"/>
              <a:buNone/>
              <a:defRPr>
                <a:latin typeface="Fira Sans"/>
                <a:ea typeface="Fira Sans"/>
                <a:cs typeface="Fira Sans"/>
                <a:sym typeface="Fira Sans"/>
              </a:defRPr>
            </a:lvl2pPr>
            <a:lvl3pPr lvl="2" algn="l" rtl="0">
              <a:lnSpc>
                <a:spcPct val="115000"/>
              </a:lnSpc>
              <a:spcBef>
                <a:spcPts val="1600"/>
              </a:spcBef>
              <a:spcAft>
                <a:spcPts val="0"/>
              </a:spcAft>
              <a:buSzPts val="1400"/>
              <a:buNone/>
              <a:defRPr>
                <a:latin typeface="Fira Sans"/>
                <a:ea typeface="Fira Sans"/>
                <a:cs typeface="Fira Sans"/>
                <a:sym typeface="Fira Sans"/>
              </a:defRPr>
            </a:lvl3pPr>
            <a:lvl4pPr lvl="3" algn="l" rtl="0">
              <a:lnSpc>
                <a:spcPct val="115000"/>
              </a:lnSpc>
              <a:spcBef>
                <a:spcPts val="1600"/>
              </a:spcBef>
              <a:spcAft>
                <a:spcPts val="0"/>
              </a:spcAft>
              <a:buSzPts val="1400"/>
              <a:buNone/>
              <a:defRPr>
                <a:latin typeface="Fira Sans"/>
                <a:ea typeface="Fira Sans"/>
                <a:cs typeface="Fira Sans"/>
                <a:sym typeface="Fira Sans"/>
              </a:defRPr>
            </a:lvl4pPr>
            <a:lvl5pPr lvl="4" algn="l" rtl="0">
              <a:lnSpc>
                <a:spcPct val="115000"/>
              </a:lnSpc>
              <a:spcBef>
                <a:spcPts val="1600"/>
              </a:spcBef>
              <a:spcAft>
                <a:spcPts val="0"/>
              </a:spcAft>
              <a:buSzPts val="1400"/>
              <a:buNone/>
              <a:defRPr>
                <a:latin typeface="Fira Sans"/>
                <a:ea typeface="Fira Sans"/>
                <a:cs typeface="Fira Sans"/>
                <a:sym typeface="Fira Sans"/>
              </a:defRPr>
            </a:lvl5pPr>
            <a:lvl6pPr lvl="5" algn="l" rtl="0">
              <a:lnSpc>
                <a:spcPct val="115000"/>
              </a:lnSpc>
              <a:spcBef>
                <a:spcPts val="1600"/>
              </a:spcBef>
              <a:spcAft>
                <a:spcPts val="0"/>
              </a:spcAft>
              <a:buSzPts val="1400"/>
              <a:buNone/>
              <a:defRPr>
                <a:latin typeface="Fira Sans"/>
                <a:ea typeface="Fira Sans"/>
                <a:cs typeface="Fira Sans"/>
                <a:sym typeface="Fira Sans"/>
              </a:defRPr>
            </a:lvl6pPr>
            <a:lvl7pPr lvl="6" algn="l" rtl="0">
              <a:lnSpc>
                <a:spcPct val="115000"/>
              </a:lnSpc>
              <a:spcBef>
                <a:spcPts val="1600"/>
              </a:spcBef>
              <a:spcAft>
                <a:spcPts val="0"/>
              </a:spcAft>
              <a:buSzPts val="1400"/>
              <a:buNone/>
              <a:defRPr>
                <a:latin typeface="Fira Sans"/>
                <a:ea typeface="Fira Sans"/>
                <a:cs typeface="Fira Sans"/>
                <a:sym typeface="Fira Sans"/>
              </a:defRPr>
            </a:lvl7pPr>
            <a:lvl8pPr lvl="7" algn="l" rtl="0">
              <a:lnSpc>
                <a:spcPct val="115000"/>
              </a:lnSpc>
              <a:spcBef>
                <a:spcPts val="1600"/>
              </a:spcBef>
              <a:spcAft>
                <a:spcPts val="0"/>
              </a:spcAft>
              <a:buSzPts val="1400"/>
              <a:buNone/>
              <a:defRPr>
                <a:latin typeface="Fira Sans"/>
                <a:ea typeface="Fira Sans"/>
                <a:cs typeface="Fira Sans"/>
                <a:sym typeface="Fira Sans"/>
              </a:defRPr>
            </a:lvl8pPr>
            <a:lvl9pPr lvl="8" algn="l" rtl="0">
              <a:lnSpc>
                <a:spcPct val="115000"/>
              </a:lnSpc>
              <a:spcBef>
                <a:spcPts val="1600"/>
              </a:spcBef>
              <a:spcAft>
                <a:spcPts val="1600"/>
              </a:spcAft>
              <a:buSzPts val="1400"/>
              <a:buNone/>
              <a:defRPr>
                <a:latin typeface="Fira Sans"/>
                <a:ea typeface="Fira Sans"/>
                <a:cs typeface="Fira Sans"/>
                <a:sym typeface="Fira Sans"/>
              </a:defRPr>
            </a:lvl9pPr>
          </a:lstStyle>
          <a:p>
            <a:endParaRPr/>
          </a:p>
        </p:txBody>
      </p:sp>
      <p:sp>
        <p:nvSpPr>
          <p:cNvPr id="150" name="Google Shape;150;p36"/>
          <p:cNvSpPr txBox="1">
            <a:spLocks noGrp="1"/>
          </p:cNvSpPr>
          <p:nvPr>
            <p:ph type="body" idx="2"/>
          </p:nvPr>
        </p:nvSpPr>
        <p:spPr>
          <a:xfrm>
            <a:off x="2471825" y="477750"/>
            <a:ext cx="5700000" cy="4339800"/>
          </a:xfrm>
          <a:prstGeom prst="rect">
            <a:avLst/>
          </a:prstGeom>
          <a:noFill/>
          <a:ln>
            <a:noFill/>
          </a:ln>
        </p:spPr>
        <p:txBody>
          <a:bodyPr spcFirstLastPara="1" wrap="square" lIns="91425" tIns="91425" rIns="91425" bIns="91425" anchor="t" anchorCtr="0">
            <a:noAutofit/>
          </a:bodyPr>
          <a:lstStyle>
            <a:lvl1pPr marL="457200" lvl="0" indent="-393700" algn="l" rtl="0">
              <a:lnSpc>
                <a:spcPct val="115000"/>
              </a:lnSpc>
              <a:spcBef>
                <a:spcPts val="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1pPr>
            <a:lvl2pPr marL="914400" lvl="1"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2pPr>
            <a:lvl3pPr marL="1371600" lvl="2"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3pPr>
            <a:lvl4pPr marL="1828800" lvl="3"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4pPr>
            <a:lvl5pPr marL="2286000" lvl="4"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5pPr>
            <a:lvl6pPr marL="2743200" lvl="5"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6pPr>
            <a:lvl7pPr marL="3200400" lvl="6"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7pPr>
            <a:lvl8pPr marL="3657600" lvl="7"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8pPr>
            <a:lvl9pPr marL="4114800" lvl="8" indent="-393700" algn="l" rtl="0">
              <a:lnSpc>
                <a:spcPct val="115000"/>
              </a:lnSpc>
              <a:spcBef>
                <a:spcPts val="1600"/>
              </a:spcBef>
              <a:spcAft>
                <a:spcPts val="1600"/>
              </a:spcAft>
              <a:buClr>
                <a:srgbClr val="3896D2"/>
              </a:buClr>
              <a:buSzPts val="2600"/>
              <a:buFont typeface="Fira Sans"/>
              <a:buChar char="■"/>
              <a:defRPr sz="2600">
                <a:solidFill>
                  <a:srgbClr val="3896D2"/>
                </a:solidFill>
                <a:latin typeface="Fira Sans"/>
                <a:ea typeface="Fira Sans"/>
                <a:cs typeface="Fira Sans"/>
                <a:sym typeface="Fira Sans"/>
              </a:defRPr>
            </a:lvl9pPr>
          </a:lstStyle>
          <a:p>
            <a:endParaRPr/>
          </a:p>
        </p:txBody>
      </p:sp>
      <p:sp>
        <p:nvSpPr>
          <p:cNvPr id="151" name="Google Shape;151;p36"/>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wo Columns (Light blue/White)" type="twoColTx">
  <p:cSld name="TITLE_AND_TWO_COLUMNS">
    <p:bg>
      <p:bgPr>
        <a:solidFill>
          <a:schemeClr val="lt1"/>
        </a:solidFill>
        <a:effectLst/>
      </p:bgPr>
    </p:bg>
    <p:spTree>
      <p:nvGrpSpPr>
        <p:cNvPr id="1" name="Shape 152"/>
        <p:cNvGrpSpPr/>
        <p:nvPr/>
      </p:nvGrpSpPr>
      <p:grpSpPr>
        <a:xfrm>
          <a:off x="0" y="0"/>
          <a:ext cx="0" cy="0"/>
          <a:chOff x="0" y="0"/>
          <a:chExt cx="0" cy="0"/>
        </a:xfrm>
      </p:grpSpPr>
      <p:sp>
        <p:nvSpPr>
          <p:cNvPr id="153" name="Google Shape;153;p37"/>
          <p:cNvSpPr/>
          <p:nvPr/>
        </p:nvSpPr>
        <p:spPr>
          <a:xfrm>
            <a:off x="0" y="-125"/>
            <a:ext cx="4572000" cy="5143500"/>
          </a:xfrm>
          <a:prstGeom prst="rect">
            <a:avLst/>
          </a:prstGeom>
          <a:solidFill>
            <a:srgbClr val="3896D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37"/>
          <p:cNvSpPr txBox="1">
            <a:spLocks noGrp="1"/>
          </p:cNvSpPr>
          <p:nvPr>
            <p:ph type="title"/>
          </p:nvPr>
        </p:nvSpPr>
        <p:spPr>
          <a:xfrm>
            <a:off x="311700" y="285775"/>
            <a:ext cx="3999900" cy="5727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3200"/>
              <a:buFont typeface="Fira Sans"/>
              <a:buNone/>
              <a:defRPr sz="3200">
                <a:solidFill>
                  <a:schemeClr val="lt1"/>
                </a:solidFill>
                <a:latin typeface="Fira Sans"/>
                <a:ea typeface="Fira Sans"/>
                <a:cs typeface="Fira Sans"/>
                <a:sym typeface="Fira Sans"/>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155" name="Google Shape;155;p3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93700" algn="l" rtl="0">
              <a:lnSpc>
                <a:spcPct val="115000"/>
              </a:lnSpc>
              <a:spcBef>
                <a:spcPts val="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1pPr>
            <a:lvl2pPr marL="914400" lvl="1" indent="-393700" algn="l" rtl="0">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2pPr>
            <a:lvl3pPr marL="1371600" lvl="2" indent="-393700" algn="l" rtl="0">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3pPr>
            <a:lvl4pPr marL="1828800" lvl="3" indent="-393700" algn="l" rtl="0">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4pPr>
            <a:lvl5pPr marL="2286000" lvl="4" indent="-393700" algn="l" rtl="0">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5pPr>
            <a:lvl6pPr marL="2743200" lvl="5" indent="-393700" algn="l" rtl="0">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6pPr>
            <a:lvl7pPr marL="3200400" lvl="6" indent="-393700" algn="l" rtl="0">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7pPr>
            <a:lvl8pPr marL="3657600" lvl="7" indent="-393700" algn="l" rtl="0">
              <a:lnSpc>
                <a:spcPct val="115000"/>
              </a:lnSpc>
              <a:spcBef>
                <a:spcPts val="1600"/>
              </a:spcBef>
              <a:spcAft>
                <a:spcPts val="0"/>
              </a:spcAft>
              <a:buClr>
                <a:srgbClr val="FFFFFF"/>
              </a:buClr>
              <a:buSzPts val="2600"/>
              <a:buFont typeface="Fira Sans"/>
              <a:buChar char="○"/>
              <a:defRPr sz="2600">
                <a:solidFill>
                  <a:srgbClr val="FFFFFF"/>
                </a:solidFill>
                <a:latin typeface="Fira Sans"/>
                <a:ea typeface="Fira Sans"/>
                <a:cs typeface="Fira Sans"/>
                <a:sym typeface="Fira Sans"/>
              </a:defRPr>
            </a:lvl8pPr>
            <a:lvl9pPr marL="4114800" lvl="8" indent="-393700" algn="l" rtl="0">
              <a:lnSpc>
                <a:spcPct val="115000"/>
              </a:lnSpc>
              <a:spcBef>
                <a:spcPts val="1600"/>
              </a:spcBef>
              <a:spcAft>
                <a:spcPts val="1600"/>
              </a:spcAft>
              <a:buClr>
                <a:srgbClr val="FFFFFF"/>
              </a:buClr>
              <a:buSzPts val="2600"/>
              <a:buFont typeface="Fira Sans"/>
              <a:buChar char="■"/>
              <a:defRPr sz="2600">
                <a:solidFill>
                  <a:srgbClr val="FFFFFF"/>
                </a:solidFill>
                <a:latin typeface="Fira Sans"/>
                <a:ea typeface="Fira Sans"/>
                <a:cs typeface="Fira Sans"/>
                <a:sym typeface="Fira Sans"/>
              </a:defRPr>
            </a:lvl9pPr>
          </a:lstStyle>
          <a:p>
            <a:endParaRPr/>
          </a:p>
        </p:txBody>
      </p:sp>
      <p:sp>
        <p:nvSpPr>
          <p:cNvPr id="156" name="Google Shape;156;p3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93700" algn="l" rtl="0">
              <a:lnSpc>
                <a:spcPct val="115000"/>
              </a:lnSpc>
              <a:spcBef>
                <a:spcPts val="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1pPr>
            <a:lvl2pPr marL="914400" lvl="1"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2pPr>
            <a:lvl3pPr marL="1371600" lvl="2"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3pPr>
            <a:lvl4pPr marL="1828800" lvl="3"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4pPr>
            <a:lvl5pPr marL="2286000" lvl="4"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5pPr>
            <a:lvl6pPr marL="2743200" lvl="5"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6pPr>
            <a:lvl7pPr marL="3200400" lvl="6"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7pPr>
            <a:lvl8pPr marL="3657600" lvl="7"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8pPr>
            <a:lvl9pPr marL="4114800" lvl="8" indent="-393700" algn="l" rtl="0">
              <a:lnSpc>
                <a:spcPct val="115000"/>
              </a:lnSpc>
              <a:spcBef>
                <a:spcPts val="1600"/>
              </a:spcBef>
              <a:spcAft>
                <a:spcPts val="1600"/>
              </a:spcAft>
              <a:buClr>
                <a:srgbClr val="3896D2"/>
              </a:buClr>
              <a:buSzPts val="2600"/>
              <a:buFont typeface="Fira Sans"/>
              <a:buChar char="■"/>
              <a:defRPr sz="2600">
                <a:solidFill>
                  <a:srgbClr val="3896D2"/>
                </a:solidFill>
                <a:latin typeface="Fira Sans"/>
                <a:ea typeface="Fira Sans"/>
                <a:cs typeface="Fira Sans"/>
                <a:sym typeface="Fira Sans"/>
              </a:defRPr>
            </a:lvl9pPr>
          </a:lstStyle>
          <a:p>
            <a:endParaRPr/>
          </a:p>
        </p:txBody>
      </p:sp>
      <p:sp>
        <p:nvSpPr>
          <p:cNvPr id="157" name="Google Shape;157;p37"/>
          <p:cNvSpPr txBox="1">
            <a:spLocks noGrp="1"/>
          </p:cNvSpPr>
          <p:nvPr>
            <p:ph type="title" idx="3"/>
          </p:nvPr>
        </p:nvSpPr>
        <p:spPr>
          <a:xfrm>
            <a:off x="4870950" y="285775"/>
            <a:ext cx="3999900" cy="5727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rgbClr val="3896D2"/>
              </a:buClr>
              <a:buSzPts val="3200"/>
              <a:buFont typeface="Fira Sans"/>
              <a:buNone/>
              <a:defRPr sz="3200">
                <a:solidFill>
                  <a:srgbClr val="3896D2"/>
                </a:solidFill>
                <a:latin typeface="Fira Sans"/>
                <a:ea typeface="Fira Sans"/>
                <a:cs typeface="Fira Sans"/>
                <a:sym typeface="Fira Sans"/>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158" name="Google Shape;158;p37"/>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wo Columns (Light blue/White) (Sides Flipped)">
  <p:cSld name="TITLE_AND_TWO_COLUMNS_2">
    <p:bg>
      <p:bgPr>
        <a:solidFill>
          <a:schemeClr val="lt1"/>
        </a:solidFill>
        <a:effectLst/>
      </p:bgPr>
    </p:bg>
    <p:spTree>
      <p:nvGrpSpPr>
        <p:cNvPr id="1" name="Shape 159"/>
        <p:cNvGrpSpPr/>
        <p:nvPr/>
      </p:nvGrpSpPr>
      <p:grpSpPr>
        <a:xfrm>
          <a:off x="0" y="0"/>
          <a:ext cx="0" cy="0"/>
          <a:chOff x="0" y="0"/>
          <a:chExt cx="0" cy="0"/>
        </a:xfrm>
      </p:grpSpPr>
      <p:sp>
        <p:nvSpPr>
          <p:cNvPr id="160" name="Google Shape;160;p38"/>
          <p:cNvSpPr/>
          <p:nvPr/>
        </p:nvSpPr>
        <p:spPr>
          <a:xfrm>
            <a:off x="4584900" y="0"/>
            <a:ext cx="4572000" cy="5143500"/>
          </a:xfrm>
          <a:prstGeom prst="rect">
            <a:avLst/>
          </a:prstGeom>
          <a:solidFill>
            <a:srgbClr val="3896D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38"/>
          <p:cNvSpPr txBox="1">
            <a:spLocks noGrp="1"/>
          </p:cNvSpPr>
          <p:nvPr>
            <p:ph type="title"/>
          </p:nvPr>
        </p:nvSpPr>
        <p:spPr>
          <a:xfrm>
            <a:off x="311700" y="285775"/>
            <a:ext cx="3999900" cy="5727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rgbClr val="3896D2"/>
              </a:buClr>
              <a:buSzPts val="3200"/>
              <a:buFont typeface="Fira Sans"/>
              <a:buNone/>
              <a:defRPr sz="3200">
                <a:solidFill>
                  <a:srgbClr val="3896D2"/>
                </a:solidFill>
                <a:latin typeface="Fira Sans"/>
                <a:ea typeface="Fira Sans"/>
                <a:cs typeface="Fira Sans"/>
                <a:sym typeface="Fira Sans"/>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162" name="Google Shape;162;p3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93700" algn="l" rtl="0">
              <a:lnSpc>
                <a:spcPct val="115000"/>
              </a:lnSpc>
              <a:spcBef>
                <a:spcPts val="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1pPr>
            <a:lvl2pPr marL="914400" lvl="1"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2pPr>
            <a:lvl3pPr marL="1371600" lvl="2"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3pPr>
            <a:lvl4pPr marL="1828800" lvl="3"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4pPr>
            <a:lvl5pPr marL="2286000" lvl="4"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5pPr>
            <a:lvl6pPr marL="2743200" lvl="5"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6pPr>
            <a:lvl7pPr marL="3200400" lvl="6"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7pPr>
            <a:lvl8pPr marL="3657600" lvl="7" indent="-393700" algn="l" rtl="0">
              <a:lnSpc>
                <a:spcPct val="115000"/>
              </a:lnSpc>
              <a:spcBef>
                <a:spcPts val="1600"/>
              </a:spcBef>
              <a:spcAft>
                <a:spcPts val="0"/>
              </a:spcAft>
              <a:buClr>
                <a:srgbClr val="3896D2"/>
              </a:buClr>
              <a:buSzPts val="2600"/>
              <a:buFont typeface="Fira Sans"/>
              <a:buChar char="○"/>
              <a:defRPr sz="2600">
                <a:solidFill>
                  <a:srgbClr val="3896D2"/>
                </a:solidFill>
                <a:latin typeface="Fira Sans"/>
                <a:ea typeface="Fira Sans"/>
                <a:cs typeface="Fira Sans"/>
                <a:sym typeface="Fira Sans"/>
              </a:defRPr>
            </a:lvl8pPr>
            <a:lvl9pPr marL="4114800" lvl="8" indent="-393700" algn="l" rtl="0">
              <a:lnSpc>
                <a:spcPct val="115000"/>
              </a:lnSpc>
              <a:spcBef>
                <a:spcPts val="1600"/>
              </a:spcBef>
              <a:spcAft>
                <a:spcPts val="1600"/>
              </a:spcAft>
              <a:buClr>
                <a:srgbClr val="3896D2"/>
              </a:buClr>
              <a:buSzPts val="2600"/>
              <a:buFont typeface="Fira Sans"/>
              <a:buChar char="■"/>
              <a:defRPr sz="2600">
                <a:solidFill>
                  <a:srgbClr val="3896D2"/>
                </a:solidFill>
                <a:latin typeface="Fira Sans"/>
                <a:ea typeface="Fira Sans"/>
                <a:cs typeface="Fira Sans"/>
                <a:sym typeface="Fira Sans"/>
              </a:defRPr>
            </a:lvl9pPr>
          </a:lstStyle>
          <a:p>
            <a:endParaRPr/>
          </a:p>
        </p:txBody>
      </p:sp>
      <p:sp>
        <p:nvSpPr>
          <p:cNvPr id="163" name="Google Shape;163;p3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93700" algn="l" rtl="0">
              <a:lnSpc>
                <a:spcPct val="115000"/>
              </a:lnSpc>
              <a:spcBef>
                <a:spcPts val="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1pPr>
            <a:lvl2pPr marL="914400" lvl="1" indent="-393700" algn="l" rtl="0">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2pPr>
            <a:lvl3pPr marL="1371600" lvl="2" indent="-393700" algn="l" rtl="0">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3pPr>
            <a:lvl4pPr marL="1828800" lvl="3" indent="-393700" algn="l" rtl="0">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4pPr>
            <a:lvl5pPr marL="2286000" lvl="4" indent="-393700" algn="l" rtl="0">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5pPr>
            <a:lvl6pPr marL="2743200" lvl="5" indent="-393700" algn="l" rtl="0">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6pPr>
            <a:lvl7pPr marL="3200400" lvl="6" indent="-393700" algn="l" rtl="0">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7pPr>
            <a:lvl8pPr marL="3657600" lvl="7" indent="-393700" algn="l" rtl="0">
              <a:lnSpc>
                <a:spcPct val="115000"/>
              </a:lnSpc>
              <a:spcBef>
                <a:spcPts val="1600"/>
              </a:spcBef>
              <a:spcAft>
                <a:spcPts val="0"/>
              </a:spcAft>
              <a:buClr>
                <a:schemeClr val="lt1"/>
              </a:buClr>
              <a:buSzPts val="2600"/>
              <a:buFont typeface="Fira Sans"/>
              <a:buChar char="○"/>
              <a:defRPr sz="2600">
                <a:solidFill>
                  <a:schemeClr val="lt1"/>
                </a:solidFill>
                <a:latin typeface="Fira Sans"/>
                <a:ea typeface="Fira Sans"/>
                <a:cs typeface="Fira Sans"/>
                <a:sym typeface="Fira Sans"/>
              </a:defRPr>
            </a:lvl8pPr>
            <a:lvl9pPr marL="4114800" lvl="8" indent="-393700" algn="l" rtl="0">
              <a:lnSpc>
                <a:spcPct val="115000"/>
              </a:lnSpc>
              <a:spcBef>
                <a:spcPts val="1600"/>
              </a:spcBef>
              <a:spcAft>
                <a:spcPts val="1600"/>
              </a:spcAft>
              <a:buClr>
                <a:schemeClr val="lt1"/>
              </a:buClr>
              <a:buSzPts val="2600"/>
              <a:buFont typeface="Fira Sans"/>
              <a:buChar char="■"/>
              <a:defRPr sz="2600">
                <a:solidFill>
                  <a:schemeClr val="lt1"/>
                </a:solidFill>
                <a:latin typeface="Fira Sans"/>
                <a:ea typeface="Fira Sans"/>
                <a:cs typeface="Fira Sans"/>
                <a:sym typeface="Fira Sans"/>
              </a:defRPr>
            </a:lvl9pPr>
          </a:lstStyle>
          <a:p>
            <a:endParaRPr/>
          </a:p>
        </p:txBody>
      </p:sp>
      <p:sp>
        <p:nvSpPr>
          <p:cNvPr id="164" name="Google Shape;164;p38"/>
          <p:cNvSpPr txBox="1">
            <a:spLocks noGrp="1"/>
          </p:cNvSpPr>
          <p:nvPr>
            <p:ph type="title" idx="3"/>
          </p:nvPr>
        </p:nvSpPr>
        <p:spPr>
          <a:xfrm>
            <a:off x="4870950" y="285775"/>
            <a:ext cx="3999900" cy="5727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3200"/>
              <a:buFont typeface="Fira Sans"/>
              <a:buNone/>
              <a:defRPr sz="3200">
                <a:solidFill>
                  <a:schemeClr val="lt1"/>
                </a:solidFill>
                <a:latin typeface="Fira Sans"/>
                <a:ea typeface="Fira Sans"/>
                <a:cs typeface="Fira Sans"/>
                <a:sym typeface="Fira Sans"/>
              </a:defRPr>
            </a:lvl1pPr>
            <a:lvl2pPr lvl="1" algn="l" rtl="0">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2pPr>
            <a:lvl3pPr lvl="2" algn="l" rtl="0">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3pPr>
            <a:lvl4pPr lvl="3" algn="l" rtl="0">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4pPr>
            <a:lvl5pPr lvl="4" algn="l" rtl="0">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5pPr>
            <a:lvl6pPr lvl="5" algn="l" rtl="0">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6pPr>
            <a:lvl7pPr lvl="6" algn="l" rtl="0">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7pPr>
            <a:lvl8pPr lvl="7" algn="l" rtl="0">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8pPr>
            <a:lvl9pPr lvl="8" algn="l" rtl="0">
              <a:lnSpc>
                <a:spcPct val="100000"/>
              </a:lnSpc>
              <a:spcBef>
                <a:spcPts val="0"/>
              </a:spcBef>
              <a:spcAft>
                <a:spcPts val="0"/>
              </a:spcAft>
              <a:buClr>
                <a:schemeClr val="lt1"/>
              </a:buClr>
              <a:buSzPts val="2800"/>
              <a:buFont typeface="Fira Sans"/>
              <a:buNone/>
              <a:defRPr>
                <a:solidFill>
                  <a:schemeClr val="lt1"/>
                </a:solidFill>
                <a:latin typeface="Fira Sans"/>
                <a:ea typeface="Fira Sans"/>
                <a:cs typeface="Fira Sans"/>
                <a:sym typeface="Fira Sans"/>
              </a:defRPr>
            </a:lvl9pPr>
          </a:lstStyle>
          <a:p>
            <a:endParaRPr/>
          </a:p>
        </p:txBody>
      </p:sp>
      <p:sp>
        <p:nvSpPr>
          <p:cNvPr id="165" name="Google Shape;165;p38"/>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3896D2"/>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wo Columns (Light Blue/White) (Black Text)">
  <p:cSld name="TITLE_AND_TWO_COLUMNS_1">
    <p:bg>
      <p:bgPr>
        <a:solidFill>
          <a:schemeClr val="lt1"/>
        </a:solidFill>
        <a:effectLst/>
      </p:bgPr>
    </p:bg>
    <p:spTree>
      <p:nvGrpSpPr>
        <p:cNvPr id="1" name="Shape 166"/>
        <p:cNvGrpSpPr/>
        <p:nvPr/>
      </p:nvGrpSpPr>
      <p:grpSpPr>
        <a:xfrm>
          <a:off x="0" y="0"/>
          <a:ext cx="0" cy="0"/>
          <a:chOff x="0" y="0"/>
          <a:chExt cx="0" cy="0"/>
        </a:xfrm>
      </p:grpSpPr>
      <p:sp>
        <p:nvSpPr>
          <p:cNvPr id="167" name="Google Shape;167;p39"/>
          <p:cNvSpPr/>
          <p:nvPr/>
        </p:nvSpPr>
        <p:spPr>
          <a:xfrm>
            <a:off x="0" y="-125"/>
            <a:ext cx="4572000" cy="5143500"/>
          </a:xfrm>
          <a:prstGeom prst="rect">
            <a:avLst/>
          </a:prstGeom>
          <a:solidFill>
            <a:srgbClr val="3896D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39"/>
          <p:cNvSpPr txBox="1">
            <a:spLocks noGrp="1"/>
          </p:cNvSpPr>
          <p:nvPr>
            <p:ph type="title"/>
          </p:nvPr>
        </p:nvSpPr>
        <p:spPr>
          <a:xfrm>
            <a:off x="311700" y="285775"/>
            <a:ext cx="3999900" cy="5727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rgbClr val="000000"/>
              </a:buClr>
              <a:buSzPts val="3200"/>
              <a:buFont typeface="Fira Sans"/>
              <a:buNone/>
              <a:defRPr sz="3200">
                <a:solidFill>
                  <a:srgbClr val="000000"/>
                </a:solidFill>
                <a:latin typeface="Fira Sans"/>
                <a:ea typeface="Fira Sans"/>
                <a:cs typeface="Fira Sans"/>
                <a:sym typeface="Fira Sans"/>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169" name="Google Shape;169;p3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93700" algn="l" rtl="0">
              <a:lnSpc>
                <a:spcPct val="115000"/>
              </a:lnSpc>
              <a:spcBef>
                <a:spcPts val="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1pPr>
            <a:lvl2pPr marL="914400" lvl="1" indent="-393700" algn="l" rtl="0">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2pPr>
            <a:lvl3pPr marL="1371600" lvl="2" indent="-393700" algn="l" rtl="0">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3pPr>
            <a:lvl4pPr marL="1828800" lvl="3" indent="-393700" algn="l" rtl="0">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4pPr>
            <a:lvl5pPr marL="2286000" lvl="4" indent="-393700" algn="l" rtl="0">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5pPr>
            <a:lvl6pPr marL="2743200" lvl="5" indent="-393700" algn="l" rtl="0">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6pPr>
            <a:lvl7pPr marL="3200400" lvl="6" indent="-393700" algn="l" rtl="0">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7pPr>
            <a:lvl8pPr marL="3657600" lvl="7" indent="-393700" algn="l" rtl="0">
              <a:lnSpc>
                <a:spcPct val="115000"/>
              </a:lnSpc>
              <a:spcBef>
                <a:spcPts val="1600"/>
              </a:spcBef>
              <a:spcAft>
                <a:spcPts val="0"/>
              </a:spcAft>
              <a:buClr>
                <a:srgbClr val="000000"/>
              </a:buClr>
              <a:buSzPts val="2600"/>
              <a:buFont typeface="Fira Sans"/>
              <a:buChar char="○"/>
              <a:defRPr sz="2600">
                <a:solidFill>
                  <a:srgbClr val="000000"/>
                </a:solidFill>
                <a:latin typeface="Fira Sans"/>
                <a:ea typeface="Fira Sans"/>
                <a:cs typeface="Fira Sans"/>
                <a:sym typeface="Fira Sans"/>
              </a:defRPr>
            </a:lvl8pPr>
            <a:lvl9pPr marL="4114800" lvl="8" indent="-393700" algn="l" rtl="0">
              <a:lnSpc>
                <a:spcPct val="115000"/>
              </a:lnSpc>
              <a:spcBef>
                <a:spcPts val="1600"/>
              </a:spcBef>
              <a:spcAft>
                <a:spcPts val="1600"/>
              </a:spcAft>
              <a:buClr>
                <a:srgbClr val="000000"/>
              </a:buClr>
              <a:buSzPts val="2600"/>
              <a:buFont typeface="Fira Sans"/>
              <a:buChar char="■"/>
              <a:defRPr sz="2600">
                <a:solidFill>
                  <a:srgbClr val="000000"/>
                </a:solidFill>
                <a:latin typeface="Fira Sans"/>
                <a:ea typeface="Fira Sans"/>
                <a:cs typeface="Fira Sans"/>
                <a:sym typeface="Fira Sans"/>
              </a:defRPr>
            </a:lvl9pPr>
          </a:lstStyle>
          <a:p>
            <a:endParaRPr/>
          </a:p>
        </p:txBody>
      </p:sp>
      <p:sp>
        <p:nvSpPr>
          <p:cNvPr id="170" name="Google Shape;170;p3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93700" algn="l" rtl="0">
              <a:lnSpc>
                <a:spcPct val="115000"/>
              </a:lnSpc>
              <a:spcBef>
                <a:spcPts val="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1pPr>
            <a:lvl2pPr marL="914400" lvl="1" indent="-393700" algn="l" rtl="0">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2pPr>
            <a:lvl3pPr marL="1371600" lvl="2" indent="-393700" algn="l" rtl="0">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3pPr>
            <a:lvl4pPr marL="1828800" lvl="3" indent="-393700" algn="l" rtl="0">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4pPr>
            <a:lvl5pPr marL="2286000" lvl="4" indent="-393700" algn="l" rtl="0">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5pPr>
            <a:lvl6pPr marL="2743200" lvl="5" indent="-393700" algn="l" rtl="0">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6pPr>
            <a:lvl7pPr marL="3200400" lvl="6" indent="-393700" algn="l" rtl="0">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7pPr>
            <a:lvl8pPr marL="3657600" lvl="7" indent="-393700" algn="l" rtl="0">
              <a:lnSpc>
                <a:spcPct val="115000"/>
              </a:lnSpc>
              <a:spcBef>
                <a:spcPts val="1600"/>
              </a:spcBef>
              <a:spcAft>
                <a:spcPts val="0"/>
              </a:spcAft>
              <a:buClr>
                <a:schemeClr val="dk1"/>
              </a:buClr>
              <a:buSzPts val="2600"/>
              <a:buFont typeface="Fira Sans"/>
              <a:buChar char="○"/>
              <a:defRPr sz="2600">
                <a:solidFill>
                  <a:schemeClr val="dk1"/>
                </a:solidFill>
                <a:latin typeface="Fira Sans"/>
                <a:ea typeface="Fira Sans"/>
                <a:cs typeface="Fira Sans"/>
                <a:sym typeface="Fira Sans"/>
              </a:defRPr>
            </a:lvl8pPr>
            <a:lvl9pPr marL="4114800" lvl="8" indent="-393700" algn="l" rtl="0">
              <a:lnSpc>
                <a:spcPct val="115000"/>
              </a:lnSpc>
              <a:spcBef>
                <a:spcPts val="1600"/>
              </a:spcBef>
              <a:spcAft>
                <a:spcPts val="1600"/>
              </a:spcAft>
              <a:buClr>
                <a:schemeClr val="dk1"/>
              </a:buClr>
              <a:buSzPts val="2600"/>
              <a:buFont typeface="Fira Sans"/>
              <a:buChar char="■"/>
              <a:defRPr sz="2600">
                <a:solidFill>
                  <a:schemeClr val="dk1"/>
                </a:solidFill>
                <a:latin typeface="Fira Sans"/>
                <a:ea typeface="Fira Sans"/>
                <a:cs typeface="Fira Sans"/>
                <a:sym typeface="Fira Sans"/>
              </a:defRPr>
            </a:lvl9pPr>
          </a:lstStyle>
          <a:p>
            <a:endParaRPr/>
          </a:p>
        </p:txBody>
      </p:sp>
      <p:sp>
        <p:nvSpPr>
          <p:cNvPr id="171" name="Google Shape;171;p39"/>
          <p:cNvSpPr txBox="1">
            <a:spLocks noGrp="1"/>
          </p:cNvSpPr>
          <p:nvPr>
            <p:ph type="title" idx="3"/>
          </p:nvPr>
        </p:nvSpPr>
        <p:spPr>
          <a:xfrm>
            <a:off x="4870950" y="285775"/>
            <a:ext cx="3999900" cy="5727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3200"/>
              <a:buFont typeface="Fira Sans"/>
              <a:buNone/>
              <a:defRPr sz="3200">
                <a:latin typeface="Fira Sans"/>
                <a:ea typeface="Fira Sans"/>
                <a:cs typeface="Fira Sans"/>
                <a:sym typeface="Fira Sans"/>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172" name="Google Shape;172;p39"/>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Fira Sans"/>
                <a:ea typeface="Fira Sans"/>
                <a:cs typeface="Fira Sans"/>
                <a:sym typeface="Fira Sans"/>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Fira Sans"/>
                <a:ea typeface="Fira Sans"/>
                <a:cs typeface="Fira Sans"/>
                <a:sym typeface="Fira Sans"/>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Fira Sans"/>
                <a:ea typeface="Fira Sans"/>
                <a:cs typeface="Fira Sans"/>
                <a:sym typeface="Fira Sans"/>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Fira Sans"/>
                <a:ea typeface="Fira Sans"/>
                <a:cs typeface="Fira Sans"/>
                <a:sym typeface="Fira Sans"/>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Fira Sans"/>
                <a:ea typeface="Fira Sans"/>
                <a:cs typeface="Fira Sans"/>
                <a:sym typeface="Fira Sans"/>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Fira Sans"/>
                <a:ea typeface="Fira Sans"/>
                <a:cs typeface="Fira Sans"/>
                <a:sym typeface="Fira Sans"/>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Fira Sans"/>
                <a:ea typeface="Fira Sans"/>
                <a:cs typeface="Fira Sans"/>
                <a:sym typeface="Fira Sans"/>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Fira Sans"/>
                <a:ea typeface="Fira Sans"/>
                <a:cs typeface="Fira Sans"/>
                <a:sym typeface="Fira Sans"/>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000000"/>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lide with Arrow (Light Blue Text)">
  <p:cSld name="TITLE_AND_TWO_COLUMNS_1_1">
    <p:bg>
      <p:bgPr>
        <a:solidFill>
          <a:schemeClr val="lt1"/>
        </a:solidFill>
        <a:effectLst/>
      </p:bgPr>
    </p:bg>
    <p:spTree>
      <p:nvGrpSpPr>
        <p:cNvPr id="1" name="Shape 173"/>
        <p:cNvGrpSpPr/>
        <p:nvPr/>
      </p:nvGrpSpPr>
      <p:grpSpPr>
        <a:xfrm>
          <a:off x="0" y="0"/>
          <a:ext cx="0" cy="0"/>
          <a:chOff x="0" y="0"/>
          <a:chExt cx="0" cy="0"/>
        </a:xfrm>
      </p:grpSpPr>
      <p:sp>
        <p:nvSpPr>
          <p:cNvPr id="174" name="Google Shape;174;p40"/>
          <p:cNvSpPr txBox="1">
            <a:spLocks noGrp="1"/>
          </p:cNvSpPr>
          <p:nvPr>
            <p:ph type="title"/>
          </p:nvPr>
        </p:nvSpPr>
        <p:spPr>
          <a:xfrm>
            <a:off x="239250" y="1832850"/>
            <a:ext cx="3264300" cy="1477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rgbClr val="3896D2"/>
              </a:buClr>
              <a:buSzPts val="3200"/>
              <a:buFont typeface="Fira Sans"/>
              <a:buNone/>
              <a:defRPr sz="3200" b="1">
                <a:solidFill>
                  <a:srgbClr val="3896D2"/>
                </a:solidFill>
                <a:latin typeface="Fira Sans"/>
                <a:ea typeface="Fira Sans"/>
                <a:cs typeface="Fira Sans"/>
                <a:sym typeface="Fira Sans"/>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175" name="Google Shape;175;p40"/>
          <p:cNvSpPr txBox="1">
            <a:spLocks noGrp="1"/>
          </p:cNvSpPr>
          <p:nvPr>
            <p:ph type="title" idx="2"/>
          </p:nvPr>
        </p:nvSpPr>
        <p:spPr>
          <a:xfrm>
            <a:off x="5646400" y="1832850"/>
            <a:ext cx="3264300" cy="1477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rgbClr val="3896D2"/>
              </a:buClr>
              <a:buSzPts val="3200"/>
              <a:buFont typeface="Fira Sans"/>
              <a:buNone/>
              <a:defRPr sz="3200" b="1">
                <a:solidFill>
                  <a:srgbClr val="3896D2"/>
                </a:solidFill>
                <a:latin typeface="Fira Sans"/>
                <a:ea typeface="Fira Sans"/>
                <a:cs typeface="Fira Sans"/>
                <a:sym typeface="Fira Sans"/>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176" name="Google Shape;176;p40"/>
          <p:cNvSpPr/>
          <p:nvPr/>
        </p:nvSpPr>
        <p:spPr>
          <a:xfrm>
            <a:off x="3795750" y="2040900"/>
            <a:ext cx="1552500" cy="1061700"/>
          </a:xfrm>
          <a:prstGeom prst="rightArrow">
            <a:avLst>
              <a:gd name="adj1" fmla="val 50000"/>
              <a:gd name="adj2" fmla="val 50000"/>
            </a:avLst>
          </a:prstGeom>
          <a:solidFill>
            <a:srgbClr val="324158"/>
          </a:solidFill>
          <a:ln w="9525" cap="flat" cmpd="sng">
            <a:solidFill>
              <a:srgbClr val="32415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40"/>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lide with Arrow (Black Text)">
  <p:cSld name="TITLE_AND_TWO_COLUMNS_1_1_1">
    <p:bg>
      <p:bgPr>
        <a:solidFill>
          <a:schemeClr val="lt1"/>
        </a:solidFill>
        <a:effectLst/>
      </p:bgPr>
    </p:bg>
    <p:spTree>
      <p:nvGrpSpPr>
        <p:cNvPr id="1" name="Shape 178"/>
        <p:cNvGrpSpPr/>
        <p:nvPr/>
      </p:nvGrpSpPr>
      <p:grpSpPr>
        <a:xfrm>
          <a:off x="0" y="0"/>
          <a:ext cx="0" cy="0"/>
          <a:chOff x="0" y="0"/>
          <a:chExt cx="0" cy="0"/>
        </a:xfrm>
      </p:grpSpPr>
      <p:sp>
        <p:nvSpPr>
          <p:cNvPr id="179" name="Google Shape;179;p41"/>
          <p:cNvSpPr txBox="1">
            <a:spLocks noGrp="1"/>
          </p:cNvSpPr>
          <p:nvPr>
            <p:ph type="title"/>
          </p:nvPr>
        </p:nvSpPr>
        <p:spPr>
          <a:xfrm>
            <a:off x="239250" y="1832850"/>
            <a:ext cx="3264300" cy="1477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rgbClr val="3896D2"/>
              </a:buClr>
              <a:buSzPts val="3200"/>
              <a:buFont typeface="Fira Sans"/>
              <a:buNone/>
              <a:defRPr sz="3200" b="1">
                <a:solidFill>
                  <a:srgbClr val="3896D2"/>
                </a:solidFill>
                <a:latin typeface="Fira Sans"/>
                <a:ea typeface="Fira Sans"/>
                <a:cs typeface="Fira Sans"/>
                <a:sym typeface="Fira Sans"/>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180" name="Google Shape;180;p41"/>
          <p:cNvSpPr txBox="1">
            <a:spLocks noGrp="1"/>
          </p:cNvSpPr>
          <p:nvPr>
            <p:ph type="title" idx="2"/>
          </p:nvPr>
        </p:nvSpPr>
        <p:spPr>
          <a:xfrm>
            <a:off x="5646400" y="1832850"/>
            <a:ext cx="3264300" cy="14778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rgbClr val="3896D2"/>
              </a:buClr>
              <a:buSzPts val="3200"/>
              <a:buFont typeface="Fira Sans"/>
              <a:buNone/>
              <a:defRPr sz="3200" b="1">
                <a:solidFill>
                  <a:srgbClr val="3896D2"/>
                </a:solidFill>
                <a:latin typeface="Fira Sans"/>
                <a:ea typeface="Fira Sans"/>
                <a:cs typeface="Fira Sans"/>
                <a:sym typeface="Fira Sans"/>
              </a:defRPr>
            </a:lvl1pPr>
            <a:lvl2pPr lvl="1" algn="l" rtl="0">
              <a:lnSpc>
                <a:spcPct val="100000"/>
              </a:lnSpc>
              <a:spcBef>
                <a:spcPts val="0"/>
              </a:spcBef>
              <a:spcAft>
                <a:spcPts val="0"/>
              </a:spcAft>
              <a:buClr>
                <a:srgbClr val="3896D2"/>
              </a:buClr>
              <a:buSzPts val="2800"/>
              <a:buNone/>
              <a:defRPr>
                <a:solidFill>
                  <a:srgbClr val="3896D2"/>
                </a:solidFill>
              </a:defRPr>
            </a:lvl2pPr>
            <a:lvl3pPr lvl="2" algn="l" rtl="0">
              <a:lnSpc>
                <a:spcPct val="100000"/>
              </a:lnSpc>
              <a:spcBef>
                <a:spcPts val="0"/>
              </a:spcBef>
              <a:spcAft>
                <a:spcPts val="0"/>
              </a:spcAft>
              <a:buClr>
                <a:srgbClr val="3896D2"/>
              </a:buClr>
              <a:buSzPts val="2800"/>
              <a:buNone/>
              <a:defRPr>
                <a:solidFill>
                  <a:srgbClr val="3896D2"/>
                </a:solidFill>
              </a:defRPr>
            </a:lvl3pPr>
            <a:lvl4pPr lvl="3" algn="l" rtl="0">
              <a:lnSpc>
                <a:spcPct val="100000"/>
              </a:lnSpc>
              <a:spcBef>
                <a:spcPts val="0"/>
              </a:spcBef>
              <a:spcAft>
                <a:spcPts val="0"/>
              </a:spcAft>
              <a:buClr>
                <a:srgbClr val="3896D2"/>
              </a:buClr>
              <a:buSzPts val="2800"/>
              <a:buNone/>
              <a:defRPr>
                <a:solidFill>
                  <a:srgbClr val="3896D2"/>
                </a:solidFill>
              </a:defRPr>
            </a:lvl4pPr>
            <a:lvl5pPr lvl="4" algn="l" rtl="0">
              <a:lnSpc>
                <a:spcPct val="100000"/>
              </a:lnSpc>
              <a:spcBef>
                <a:spcPts val="0"/>
              </a:spcBef>
              <a:spcAft>
                <a:spcPts val="0"/>
              </a:spcAft>
              <a:buClr>
                <a:srgbClr val="3896D2"/>
              </a:buClr>
              <a:buSzPts val="2800"/>
              <a:buNone/>
              <a:defRPr>
                <a:solidFill>
                  <a:srgbClr val="3896D2"/>
                </a:solidFill>
              </a:defRPr>
            </a:lvl5pPr>
            <a:lvl6pPr lvl="5" algn="l" rtl="0">
              <a:lnSpc>
                <a:spcPct val="100000"/>
              </a:lnSpc>
              <a:spcBef>
                <a:spcPts val="0"/>
              </a:spcBef>
              <a:spcAft>
                <a:spcPts val="0"/>
              </a:spcAft>
              <a:buClr>
                <a:srgbClr val="3896D2"/>
              </a:buClr>
              <a:buSzPts val="2800"/>
              <a:buNone/>
              <a:defRPr>
                <a:solidFill>
                  <a:srgbClr val="3896D2"/>
                </a:solidFill>
              </a:defRPr>
            </a:lvl6pPr>
            <a:lvl7pPr lvl="6" algn="l" rtl="0">
              <a:lnSpc>
                <a:spcPct val="100000"/>
              </a:lnSpc>
              <a:spcBef>
                <a:spcPts val="0"/>
              </a:spcBef>
              <a:spcAft>
                <a:spcPts val="0"/>
              </a:spcAft>
              <a:buClr>
                <a:srgbClr val="3896D2"/>
              </a:buClr>
              <a:buSzPts val="2800"/>
              <a:buNone/>
              <a:defRPr>
                <a:solidFill>
                  <a:srgbClr val="3896D2"/>
                </a:solidFill>
              </a:defRPr>
            </a:lvl7pPr>
            <a:lvl8pPr lvl="7" algn="l" rtl="0">
              <a:lnSpc>
                <a:spcPct val="100000"/>
              </a:lnSpc>
              <a:spcBef>
                <a:spcPts val="0"/>
              </a:spcBef>
              <a:spcAft>
                <a:spcPts val="0"/>
              </a:spcAft>
              <a:buClr>
                <a:srgbClr val="3896D2"/>
              </a:buClr>
              <a:buSzPts val="2800"/>
              <a:buNone/>
              <a:defRPr>
                <a:solidFill>
                  <a:srgbClr val="3896D2"/>
                </a:solidFill>
              </a:defRPr>
            </a:lvl8pPr>
            <a:lvl9pPr lvl="8" algn="l" rtl="0">
              <a:lnSpc>
                <a:spcPct val="100000"/>
              </a:lnSpc>
              <a:spcBef>
                <a:spcPts val="0"/>
              </a:spcBef>
              <a:spcAft>
                <a:spcPts val="0"/>
              </a:spcAft>
              <a:buClr>
                <a:srgbClr val="3896D2"/>
              </a:buClr>
              <a:buSzPts val="2800"/>
              <a:buNone/>
              <a:defRPr>
                <a:solidFill>
                  <a:srgbClr val="3896D2"/>
                </a:solidFill>
              </a:defRPr>
            </a:lvl9pPr>
          </a:lstStyle>
          <a:p>
            <a:endParaRPr/>
          </a:p>
        </p:txBody>
      </p:sp>
      <p:sp>
        <p:nvSpPr>
          <p:cNvPr id="181" name="Google Shape;181;p41"/>
          <p:cNvSpPr/>
          <p:nvPr/>
        </p:nvSpPr>
        <p:spPr>
          <a:xfrm>
            <a:off x="3795750" y="2040900"/>
            <a:ext cx="1552500" cy="1061700"/>
          </a:xfrm>
          <a:prstGeom prst="rightArrow">
            <a:avLst>
              <a:gd name="adj1" fmla="val 50000"/>
              <a:gd name="adj2" fmla="val 50000"/>
            </a:avLst>
          </a:prstGeom>
          <a:solidFill>
            <a:srgbClr val="324158"/>
          </a:solidFill>
          <a:ln w="9525" cap="flat" cmpd="sng">
            <a:solidFill>
              <a:srgbClr val="32415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4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Faded White)">
  <p:cSld name="BLANK_2">
    <p:bg>
      <p:bgPr>
        <a:solidFill>
          <a:srgbClr val="F0F3F6"/>
        </a:solidFill>
        <a:effectLst/>
      </p:bgPr>
    </p:bg>
    <p:spTree>
      <p:nvGrpSpPr>
        <p:cNvPr id="1" name="Shape 183"/>
        <p:cNvGrpSpPr/>
        <p:nvPr/>
      </p:nvGrpSpPr>
      <p:grpSpPr>
        <a:xfrm>
          <a:off x="0" y="0"/>
          <a:ext cx="0" cy="0"/>
          <a:chOff x="0" y="0"/>
          <a:chExt cx="0" cy="0"/>
        </a:xfrm>
      </p:grpSpPr>
      <p:sp>
        <p:nvSpPr>
          <p:cNvPr id="184" name="Google Shape;184;p42"/>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Navy Blue)">
  <p:cSld name="BLANK_1">
    <p:bg>
      <p:bgPr>
        <a:solidFill>
          <a:srgbClr val="324158"/>
        </a:solidFill>
        <a:effectLst/>
      </p:bgPr>
    </p:bg>
    <p:spTree>
      <p:nvGrpSpPr>
        <p:cNvPr id="1" name="Shape 185"/>
        <p:cNvGrpSpPr/>
        <p:nvPr/>
      </p:nvGrpSpPr>
      <p:grpSpPr>
        <a:xfrm>
          <a:off x="0" y="0"/>
          <a:ext cx="0" cy="0"/>
          <a:chOff x="0" y="0"/>
          <a:chExt cx="0" cy="0"/>
        </a:xfrm>
      </p:grpSpPr>
      <p:sp>
        <p:nvSpPr>
          <p:cNvPr id="186" name="Google Shape;186;p43"/>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lank (Light Blue)">
  <p:cSld name="BLANK_1_1">
    <p:bg>
      <p:bgPr>
        <a:solidFill>
          <a:srgbClr val="3896D2"/>
        </a:solidFill>
        <a:effectLst/>
      </p:bgPr>
    </p:bg>
    <p:spTree>
      <p:nvGrpSpPr>
        <p:cNvPr id="1" name="Shape 187"/>
        <p:cNvGrpSpPr/>
        <p:nvPr/>
      </p:nvGrpSpPr>
      <p:grpSpPr>
        <a:xfrm>
          <a:off x="0" y="0"/>
          <a:ext cx="0" cy="0"/>
          <a:chOff x="0" y="0"/>
          <a:chExt cx="0" cy="0"/>
        </a:xfrm>
      </p:grpSpPr>
      <p:sp>
        <p:nvSpPr>
          <p:cNvPr id="188" name="Google Shape;188;p44"/>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189"/>
        <p:cNvGrpSpPr/>
        <p:nvPr/>
      </p:nvGrpSpPr>
      <p:grpSpPr>
        <a:xfrm>
          <a:off x="0" y="0"/>
          <a:ext cx="0" cy="0"/>
          <a:chOff x="0" y="0"/>
          <a:chExt cx="0" cy="0"/>
        </a:xfrm>
      </p:grpSpPr>
      <p:sp>
        <p:nvSpPr>
          <p:cNvPr id="190" name="Google Shape;190;p4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5200"/>
              <a:buFont typeface="Fira Sans"/>
              <a:buNone/>
              <a:defRPr sz="5200">
                <a:latin typeface="Fira Sans"/>
                <a:ea typeface="Fira Sans"/>
                <a:cs typeface="Fira Sans"/>
                <a:sym typeface="Fira Sans"/>
              </a:defRPr>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a:endParaRPr/>
          </a:p>
        </p:txBody>
      </p:sp>
      <p:sp>
        <p:nvSpPr>
          <p:cNvPr id="191" name="Google Shape;191;p45"/>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800"/>
              <a:buFont typeface="Fira Sans"/>
              <a:buNone/>
              <a:defRPr sz="2800">
                <a:latin typeface="Fira Sans"/>
                <a:ea typeface="Fira Sans"/>
                <a:cs typeface="Fira Sans"/>
                <a:sym typeface="Fira Sa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92" name="Google Shape;192;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slide 2">
  <p:cSld name="TITLE_2">
    <p:spTree>
      <p:nvGrpSpPr>
        <p:cNvPr id="1" name="Shape 193"/>
        <p:cNvGrpSpPr/>
        <p:nvPr/>
      </p:nvGrpSpPr>
      <p:grpSpPr>
        <a:xfrm>
          <a:off x="0" y="0"/>
          <a:ext cx="0" cy="0"/>
          <a:chOff x="0" y="0"/>
          <a:chExt cx="0" cy="0"/>
        </a:xfrm>
      </p:grpSpPr>
      <p:sp>
        <p:nvSpPr>
          <p:cNvPr id="194" name="Google Shape;194;p4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5200"/>
              <a:buNone/>
              <a:defRPr sz="5200"/>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a:endParaRPr/>
          </a:p>
        </p:txBody>
      </p:sp>
      <p:sp>
        <p:nvSpPr>
          <p:cNvPr id="195" name="Google Shape;195;p4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1600"/>
              </a:spcBef>
              <a:spcAft>
                <a:spcPts val="0"/>
              </a:spcAft>
              <a:buSzPts val="2800"/>
              <a:buNone/>
              <a:defRPr sz="2800"/>
            </a:lvl2pPr>
            <a:lvl3pPr lvl="2" algn="ctr" rtl="0">
              <a:lnSpc>
                <a:spcPct val="100000"/>
              </a:lnSpc>
              <a:spcBef>
                <a:spcPts val="1600"/>
              </a:spcBef>
              <a:spcAft>
                <a:spcPts val="0"/>
              </a:spcAft>
              <a:buSzPts val="2800"/>
              <a:buNone/>
              <a:defRPr sz="2800"/>
            </a:lvl3pPr>
            <a:lvl4pPr lvl="3" algn="ctr" rtl="0">
              <a:lnSpc>
                <a:spcPct val="100000"/>
              </a:lnSpc>
              <a:spcBef>
                <a:spcPts val="1600"/>
              </a:spcBef>
              <a:spcAft>
                <a:spcPts val="0"/>
              </a:spcAft>
              <a:buSzPts val="2800"/>
              <a:buNone/>
              <a:defRPr sz="2800"/>
            </a:lvl4pPr>
            <a:lvl5pPr lvl="4" algn="ctr" rtl="0">
              <a:lnSpc>
                <a:spcPct val="100000"/>
              </a:lnSpc>
              <a:spcBef>
                <a:spcPts val="1600"/>
              </a:spcBef>
              <a:spcAft>
                <a:spcPts val="0"/>
              </a:spcAft>
              <a:buSzPts val="2800"/>
              <a:buNone/>
              <a:defRPr sz="2800"/>
            </a:lvl5pPr>
            <a:lvl6pPr lvl="5" algn="ctr" rtl="0">
              <a:lnSpc>
                <a:spcPct val="100000"/>
              </a:lnSpc>
              <a:spcBef>
                <a:spcPts val="1600"/>
              </a:spcBef>
              <a:spcAft>
                <a:spcPts val="0"/>
              </a:spcAft>
              <a:buSzPts val="2800"/>
              <a:buNone/>
              <a:defRPr sz="2800"/>
            </a:lvl6pPr>
            <a:lvl7pPr lvl="6" algn="ctr" rtl="0">
              <a:lnSpc>
                <a:spcPct val="100000"/>
              </a:lnSpc>
              <a:spcBef>
                <a:spcPts val="1600"/>
              </a:spcBef>
              <a:spcAft>
                <a:spcPts val="0"/>
              </a:spcAft>
              <a:buSzPts val="2800"/>
              <a:buNone/>
              <a:defRPr sz="2800"/>
            </a:lvl7pPr>
            <a:lvl8pPr lvl="7" algn="ctr" rtl="0">
              <a:lnSpc>
                <a:spcPct val="100000"/>
              </a:lnSpc>
              <a:spcBef>
                <a:spcPts val="1600"/>
              </a:spcBef>
              <a:spcAft>
                <a:spcPts val="0"/>
              </a:spcAft>
              <a:buSzPts val="2800"/>
              <a:buNone/>
              <a:defRPr sz="2800"/>
            </a:lvl8pPr>
            <a:lvl9pPr lvl="8" algn="ctr" rtl="0">
              <a:lnSpc>
                <a:spcPct val="100000"/>
              </a:lnSpc>
              <a:spcBef>
                <a:spcPts val="1600"/>
              </a:spcBef>
              <a:spcAft>
                <a:spcPts val="0"/>
              </a:spcAft>
              <a:buSzPts val="2800"/>
              <a:buNone/>
              <a:defRPr sz="2800"/>
            </a:lvl9pPr>
          </a:lstStyle>
          <a:p>
            <a:endParaRPr/>
          </a:p>
        </p:txBody>
      </p:sp>
      <p:sp>
        <p:nvSpPr>
          <p:cNvPr id="196" name="Google Shape;196;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_AND_BODY_5">
  <p:cSld name="TITLE_AND_BODY_5">
    <p:spTree>
      <p:nvGrpSpPr>
        <p:cNvPr id="1" name="Shape 197"/>
        <p:cNvGrpSpPr/>
        <p:nvPr/>
      </p:nvGrpSpPr>
      <p:grpSpPr>
        <a:xfrm>
          <a:off x="0" y="0"/>
          <a:ext cx="0" cy="0"/>
          <a:chOff x="0" y="0"/>
          <a:chExt cx="0" cy="0"/>
        </a:xfrm>
      </p:grpSpPr>
      <p:sp>
        <p:nvSpPr>
          <p:cNvPr id="198" name="Google Shape;198;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sz="3200" b="1">
                <a:solidFill>
                  <a:srgbClr val="3896D2"/>
                </a:solidFill>
                <a:latin typeface="Fira Sans"/>
                <a:ea typeface="Fira Sans"/>
                <a:cs typeface="Fira Sans"/>
                <a:sym typeface="Fira Sans"/>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9" name="Google Shape;199;p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rtl="0">
              <a:lnSpc>
                <a:spcPct val="150000"/>
              </a:lnSpc>
              <a:spcBef>
                <a:spcPts val="0"/>
              </a:spcBef>
              <a:spcAft>
                <a:spcPts val="0"/>
              </a:spcAft>
              <a:buClr>
                <a:schemeClr val="dk1"/>
              </a:buClr>
              <a:buSzPts val="1800"/>
              <a:buFont typeface="Fira Sans"/>
              <a:buAutoNum type="arabicPeriod"/>
              <a:defRPr sz="2000">
                <a:solidFill>
                  <a:schemeClr val="dk1"/>
                </a:solidFill>
                <a:latin typeface="Fira Sans"/>
                <a:ea typeface="Fira Sans"/>
                <a:cs typeface="Fira Sans"/>
                <a:sym typeface="Fira Sans"/>
              </a:defRPr>
            </a:lvl1pPr>
            <a:lvl2pPr marL="914400" lvl="1" indent="-317500" rtl="0">
              <a:spcBef>
                <a:spcPts val="1600"/>
              </a:spcBef>
              <a:spcAft>
                <a:spcPts val="0"/>
              </a:spcAft>
              <a:buClr>
                <a:schemeClr val="dk1"/>
              </a:buClr>
              <a:buSzPts val="1400"/>
              <a:buFont typeface="Fira Sans"/>
              <a:buAutoNum type="alphaLcPeriod"/>
              <a:defRPr>
                <a:solidFill>
                  <a:schemeClr val="dk1"/>
                </a:solidFill>
                <a:latin typeface="Fira Sans"/>
                <a:ea typeface="Fira Sans"/>
                <a:cs typeface="Fira Sans"/>
                <a:sym typeface="Fira Sans"/>
              </a:defRPr>
            </a:lvl2pPr>
            <a:lvl3pPr marL="1371600" lvl="2" indent="-317500" rtl="0">
              <a:spcBef>
                <a:spcPts val="1600"/>
              </a:spcBef>
              <a:spcAft>
                <a:spcPts val="0"/>
              </a:spcAft>
              <a:buClr>
                <a:schemeClr val="dk1"/>
              </a:buClr>
              <a:buSzPts val="1400"/>
              <a:buFont typeface="Fira Sans"/>
              <a:buAutoNum type="romanLcPeriod"/>
              <a:defRPr>
                <a:solidFill>
                  <a:schemeClr val="dk1"/>
                </a:solidFill>
                <a:latin typeface="Fira Sans"/>
                <a:ea typeface="Fira Sans"/>
                <a:cs typeface="Fira Sans"/>
                <a:sym typeface="Fira Sans"/>
              </a:defRPr>
            </a:lvl3pPr>
            <a:lvl4pPr marL="1828800" lvl="3" indent="-317500" rtl="0">
              <a:spcBef>
                <a:spcPts val="1600"/>
              </a:spcBef>
              <a:spcAft>
                <a:spcPts val="0"/>
              </a:spcAft>
              <a:buClr>
                <a:schemeClr val="dk1"/>
              </a:buClr>
              <a:buSzPts val="1400"/>
              <a:buFont typeface="Fira Sans"/>
              <a:buAutoNum type="arabicPeriod"/>
              <a:defRPr>
                <a:solidFill>
                  <a:schemeClr val="dk1"/>
                </a:solidFill>
                <a:latin typeface="Fira Sans"/>
                <a:ea typeface="Fira Sans"/>
                <a:cs typeface="Fira Sans"/>
                <a:sym typeface="Fira Sans"/>
              </a:defRPr>
            </a:lvl4pPr>
            <a:lvl5pPr marL="2286000" lvl="4" indent="-317500" rtl="0">
              <a:spcBef>
                <a:spcPts val="1600"/>
              </a:spcBef>
              <a:spcAft>
                <a:spcPts val="0"/>
              </a:spcAft>
              <a:buClr>
                <a:schemeClr val="dk1"/>
              </a:buClr>
              <a:buSzPts val="1400"/>
              <a:buFont typeface="Fira Sans"/>
              <a:buAutoNum type="alphaLcPeriod"/>
              <a:defRPr>
                <a:solidFill>
                  <a:schemeClr val="dk1"/>
                </a:solidFill>
                <a:latin typeface="Fira Sans"/>
                <a:ea typeface="Fira Sans"/>
                <a:cs typeface="Fira Sans"/>
                <a:sym typeface="Fira Sans"/>
              </a:defRPr>
            </a:lvl5pPr>
            <a:lvl6pPr marL="2743200" lvl="5" indent="-317500" rtl="0">
              <a:spcBef>
                <a:spcPts val="1600"/>
              </a:spcBef>
              <a:spcAft>
                <a:spcPts val="0"/>
              </a:spcAft>
              <a:buClr>
                <a:schemeClr val="dk1"/>
              </a:buClr>
              <a:buSzPts val="1400"/>
              <a:buFont typeface="Fira Sans"/>
              <a:buAutoNum type="romanLcPeriod"/>
              <a:defRPr>
                <a:solidFill>
                  <a:schemeClr val="dk1"/>
                </a:solidFill>
                <a:latin typeface="Fira Sans"/>
                <a:ea typeface="Fira Sans"/>
                <a:cs typeface="Fira Sans"/>
                <a:sym typeface="Fira Sans"/>
              </a:defRPr>
            </a:lvl6pPr>
            <a:lvl7pPr marL="3200400" lvl="6" indent="-317500" rtl="0">
              <a:spcBef>
                <a:spcPts val="1600"/>
              </a:spcBef>
              <a:spcAft>
                <a:spcPts val="0"/>
              </a:spcAft>
              <a:buClr>
                <a:schemeClr val="dk1"/>
              </a:buClr>
              <a:buSzPts val="1400"/>
              <a:buFont typeface="Fira Sans"/>
              <a:buAutoNum type="arabicPeriod"/>
              <a:defRPr>
                <a:solidFill>
                  <a:schemeClr val="dk1"/>
                </a:solidFill>
                <a:latin typeface="Fira Sans"/>
                <a:ea typeface="Fira Sans"/>
                <a:cs typeface="Fira Sans"/>
                <a:sym typeface="Fira Sans"/>
              </a:defRPr>
            </a:lvl7pPr>
            <a:lvl8pPr marL="3657600" lvl="7" indent="-317500" rtl="0">
              <a:spcBef>
                <a:spcPts val="1600"/>
              </a:spcBef>
              <a:spcAft>
                <a:spcPts val="0"/>
              </a:spcAft>
              <a:buClr>
                <a:schemeClr val="dk1"/>
              </a:buClr>
              <a:buSzPts val="1400"/>
              <a:buFont typeface="Fira Sans"/>
              <a:buAutoNum type="alphaLcPeriod"/>
              <a:defRPr>
                <a:solidFill>
                  <a:schemeClr val="dk1"/>
                </a:solidFill>
                <a:latin typeface="Fira Sans"/>
                <a:ea typeface="Fira Sans"/>
                <a:cs typeface="Fira Sans"/>
                <a:sym typeface="Fira Sans"/>
              </a:defRPr>
            </a:lvl8pPr>
            <a:lvl9pPr marL="4114800" lvl="8" indent="-317500" rtl="0">
              <a:spcBef>
                <a:spcPts val="1600"/>
              </a:spcBef>
              <a:spcAft>
                <a:spcPts val="1600"/>
              </a:spcAft>
              <a:buClr>
                <a:schemeClr val="dk1"/>
              </a:buClr>
              <a:buSzPts val="1400"/>
              <a:buFont typeface="Fira Sans"/>
              <a:buAutoNum type="romanLcPeriod"/>
              <a:defRPr>
                <a:solidFill>
                  <a:schemeClr val="dk1"/>
                </a:solidFill>
                <a:latin typeface="Fira Sans"/>
                <a:ea typeface="Fira Sans"/>
                <a:cs typeface="Fira Sans"/>
                <a:sym typeface="Fira Sans"/>
              </a:defRPr>
            </a:lvl9pPr>
          </a:lstStyle>
          <a:p>
            <a:endParaRPr/>
          </a:p>
        </p:txBody>
      </p:sp>
      <p:sp>
        <p:nvSpPr>
          <p:cNvPr id="200" name="Google Shape;200;p47"/>
          <p:cNvSpPr txBox="1">
            <a:spLocks noGrp="1"/>
          </p:cNvSpPr>
          <p:nvPr>
            <p:ph type="sldNum" idx="12"/>
          </p:nvPr>
        </p:nvSpPr>
        <p:spPr>
          <a:xfrm>
            <a:off x="8595300" y="9"/>
            <a:ext cx="548700" cy="3936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slideLayout" Target="../slideLayouts/slideLayout41.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324158"/>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3896D2"/>
              </a:buClr>
              <a:buSzPts val="2800"/>
              <a:buFont typeface="Fira Sans"/>
              <a:buNone/>
              <a:defRPr sz="2800" b="0" i="0" u="none" strike="noStrike" cap="none">
                <a:solidFill>
                  <a:srgbClr val="3896D2"/>
                </a:solidFill>
                <a:latin typeface="Fira Sans"/>
                <a:ea typeface="Fira Sans"/>
                <a:cs typeface="Fira Sans"/>
                <a:sym typeface="Fira Sans"/>
              </a:defRPr>
            </a:lvl1pPr>
            <a:lvl2pPr marR="0" lvl="1"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2pPr>
            <a:lvl3pPr marR="0" lvl="2"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3pPr>
            <a:lvl4pPr marR="0" lvl="3"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4pPr>
            <a:lvl5pPr marR="0" lvl="4"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5pPr>
            <a:lvl6pPr marR="0" lvl="5"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6pPr>
            <a:lvl7pPr marR="0" lvl="6"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7pPr>
            <a:lvl8pPr marR="0" lvl="7"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8pPr>
            <a:lvl9pPr marR="0" lvl="8"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rgbClr val="FFFFFF"/>
              </a:buClr>
              <a:buSzPts val="1800"/>
              <a:buFont typeface="Fira Sans"/>
              <a:buChar char="●"/>
              <a:defRPr sz="1800" b="0" i="0" u="none" strike="noStrike" cap="none">
                <a:solidFill>
                  <a:srgbClr val="FFFFFF"/>
                </a:solidFill>
                <a:latin typeface="Fira Sans"/>
                <a:ea typeface="Fira Sans"/>
                <a:cs typeface="Fira Sans"/>
                <a:sym typeface="Fira Sans"/>
              </a:defRPr>
            </a:lvl1pPr>
            <a:lvl2pPr marL="914400" marR="0" lvl="1" indent="-317500" algn="l" rtl="0">
              <a:lnSpc>
                <a:spcPct val="115000"/>
              </a:lnSpc>
              <a:spcBef>
                <a:spcPts val="1600"/>
              </a:spcBef>
              <a:spcAft>
                <a:spcPts val="0"/>
              </a:spcAft>
              <a:buClr>
                <a:srgbClr val="FFFFFF"/>
              </a:buClr>
              <a:buSzPts val="1400"/>
              <a:buFont typeface="Fira Sans"/>
              <a:buChar char="○"/>
              <a:defRPr sz="1400" b="0" i="0" u="none" strike="noStrike" cap="none">
                <a:solidFill>
                  <a:srgbClr val="FFFFFF"/>
                </a:solidFill>
                <a:latin typeface="Fira Sans"/>
                <a:ea typeface="Fira Sans"/>
                <a:cs typeface="Fira Sans"/>
                <a:sym typeface="Fira Sans"/>
              </a:defRPr>
            </a:lvl2pPr>
            <a:lvl3pPr marL="1371600" marR="0" lvl="2" indent="-317500" algn="l" rtl="0">
              <a:lnSpc>
                <a:spcPct val="115000"/>
              </a:lnSpc>
              <a:spcBef>
                <a:spcPts val="1600"/>
              </a:spcBef>
              <a:spcAft>
                <a:spcPts val="0"/>
              </a:spcAft>
              <a:buClr>
                <a:srgbClr val="FFFFFF"/>
              </a:buClr>
              <a:buSzPts val="1400"/>
              <a:buFont typeface="Fira Sans"/>
              <a:buChar char="■"/>
              <a:defRPr sz="1400" b="0" i="0" u="none" strike="noStrike" cap="none">
                <a:solidFill>
                  <a:srgbClr val="FFFFFF"/>
                </a:solidFill>
                <a:latin typeface="Fira Sans"/>
                <a:ea typeface="Fira Sans"/>
                <a:cs typeface="Fira Sans"/>
                <a:sym typeface="Fira Sans"/>
              </a:defRPr>
            </a:lvl3pPr>
            <a:lvl4pPr marL="1828800" marR="0" lvl="3" indent="-317500" algn="l" rtl="0">
              <a:lnSpc>
                <a:spcPct val="115000"/>
              </a:lnSpc>
              <a:spcBef>
                <a:spcPts val="1600"/>
              </a:spcBef>
              <a:spcAft>
                <a:spcPts val="0"/>
              </a:spcAft>
              <a:buClr>
                <a:srgbClr val="FFFFFF"/>
              </a:buClr>
              <a:buSzPts val="1400"/>
              <a:buFont typeface="Fira Sans"/>
              <a:buChar char="●"/>
              <a:defRPr sz="1400" b="0" i="0" u="none" strike="noStrike" cap="none">
                <a:solidFill>
                  <a:srgbClr val="FFFFFF"/>
                </a:solidFill>
                <a:latin typeface="Fira Sans"/>
                <a:ea typeface="Fira Sans"/>
                <a:cs typeface="Fira Sans"/>
                <a:sym typeface="Fira Sans"/>
              </a:defRPr>
            </a:lvl4pPr>
            <a:lvl5pPr marL="2286000" marR="0" lvl="4" indent="-317500" algn="l" rtl="0">
              <a:lnSpc>
                <a:spcPct val="115000"/>
              </a:lnSpc>
              <a:spcBef>
                <a:spcPts val="1600"/>
              </a:spcBef>
              <a:spcAft>
                <a:spcPts val="0"/>
              </a:spcAft>
              <a:buClr>
                <a:srgbClr val="FFFFFF"/>
              </a:buClr>
              <a:buSzPts val="1400"/>
              <a:buFont typeface="Fira Sans"/>
              <a:buChar char="○"/>
              <a:defRPr sz="1400" b="0" i="0" u="none" strike="noStrike" cap="none">
                <a:solidFill>
                  <a:srgbClr val="FFFFFF"/>
                </a:solidFill>
                <a:latin typeface="Fira Sans"/>
                <a:ea typeface="Fira Sans"/>
                <a:cs typeface="Fira Sans"/>
                <a:sym typeface="Fira Sans"/>
              </a:defRPr>
            </a:lvl5pPr>
            <a:lvl6pPr marL="2743200" marR="0" lvl="5" indent="-317500" algn="l" rtl="0">
              <a:lnSpc>
                <a:spcPct val="115000"/>
              </a:lnSpc>
              <a:spcBef>
                <a:spcPts val="1600"/>
              </a:spcBef>
              <a:spcAft>
                <a:spcPts val="0"/>
              </a:spcAft>
              <a:buClr>
                <a:srgbClr val="FFFFFF"/>
              </a:buClr>
              <a:buSzPts val="1400"/>
              <a:buFont typeface="Fira Sans"/>
              <a:buChar char="■"/>
              <a:defRPr sz="1400" b="0" i="0" u="none" strike="noStrike" cap="none">
                <a:solidFill>
                  <a:srgbClr val="FFFFFF"/>
                </a:solidFill>
                <a:latin typeface="Fira Sans"/>
                <a:ea typeface="Fira Sans"/>
                <a:cs typeface="Fira Sans"/>
                <a:sym typeface="Fira Sans"/>
              </a:defRPr>
            </a:lvl6pPr>
            <a:lvl7pPr marL="3200400" marR="0" lvl="6" indent="-317500" algn="l" rtl="0">
              <a:lnSpc>
                <a:spcPct val="115000"/>
              </a:lnSpc>
              <a:spcBef>
                <a:spcPts val="1600"/>
              </a:spcBef>
              <a:spcAft>
                <a:spcPts val="0"/>
              </a:spcAft>
              <a:buClr>
                <a:srgbClr val="FFFFFF"/>
              </a:buClr>
              <a:buSzPts val="1400"/>
              <a:buFont typeface="Fira Sans"/>
              <a:buChar char="●"/>
              <a:defRPr sz="1400" b="0" i="0" u="none" strike="noStrike" cap="none">
                <a:solidFill>
                  <a:srgbClr val="FFFFFF"/>
                </a:solidFill>
                <a:latin typeface="Fira Sans"/>
                <a:ea typeface="Fira Sans"/>
                <a:cs typeface="Fira Sans"/>
                <a:sym typeface="Fira Sans"/>
              </a:defRPr>
            </a:lvl7pPr>
            <a:lvl8pPr marL="3657600" marR="0" lvl="7" indent="-317500" algn="l" rtl="0">
              <a:lnSpc>
                <a:spcPct val="115000"/>
              </a:lnSpc>
              <a:spcBef>
                <a:spcPts val="1600"/>
              </a:spcBef>
              <a:spcAft>
                <a:spcPts val="0"/>
              </a:spcAft>
              <a:buClr>
                <a:srgbClr val="FFFFFF"/>
              </a:buClr>
              <a:buSzPts val="1400"/>
              <a:buFont typeface="Fira Sans"/>
              <a:buChar char="○"/>
              <a:defRPr sz="1400" b="0" i="0" u="none" strike="noStrike" cap="none">
                <a:solidFill>
                  <a:srgbClr val="FFFFFF"/>
                </a:solidFill>
                <a:latin typeface="Fira Sans"/>
                <a:ea typeface="Fira Sans"/>
                <a:cs typeface="Fira Sans"/>
                <a:sym typeface="Fira Sans"/>
              </a:defRPr>
            </a:lvl8pPr>
            <a:lvl9pPr marL="4114800" marR="0" lvl="8" indent="-317500" algn="l" rtl="0">
              <a:lnSpc>
                <a:spcPct val="115000"/>
              </a:lnSpc>
              <a:spcBef>
                <a:spcPts val="1600"/>
              </a:spcBef>
              <a:spcAft>
                <a:spcPts val="1600"/>
              </a:spcAft>
              <a:buClr>
                <a:srgbClr val="FFFFFF"/>
              </a:buClr>
              <a:buSzPts val="1400"/>
              <a:buFont typeface="Fira Sans"/>
              <a:buChar char="■"/>
              <a:defRPr sz="1400" b="0" i="0" u="none" strike="noStrike" cap="none">
                <a:solidFill>
                  <a:srgbClr val="FFFFFF"/>
                </a:solidFill>
                <a:latin typeface="Fira Sans"/>
                <a:ea typeface="Fira Sans"/>
                <a:cs typeface="Fira Sans"/>
                <a:sym typeface="Fira Sans"/>
              </a:defRPr>
            </a:lvl9pPr>
          </a:lstStyle>
          <a:p>
            <a:endParaRPr/>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22">
            <a:alphaModFix/>
          </a:blip>
          <a:stretch>
            <a:fillRect/>
          </a:stretch>
        </p:blipFill>
        <p:spPr>
          <a:xfrm>
            <a:off x="7751266" y="4703631"/>
            <a:ext cx="1392738" cy="393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324158"/>
        </a:solidFill>
        <a:effectLst/>
      </p:bgPr>
    </p:bg>
    <p:spTree>
      <p:nvGrpSpPr>
        <p:cNvPr id="1" name="Shape 101"/>
        <p:cNvGrpSpPr/>
        <p:nvPr/>
      </p:nvGrpSpPr>
      <p:grpSpPr>
        <a:xfrm>
          <a:off x="0" y="0"/>
          <a:ext cx="0" cy="0"/>
          <a:chOff x="0" y="0"/>
          <a:chExt cx="0" cy="0"/>
        </a:xfrm>
      </p:grpSpPr>
      <p:sp>
        <p:nvSpPr>
          <p:cNvPr id="102" name="Google Shape;102;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3896D2"/>
              </a:buClr>
              <a:buSzPts val="2800"/>
              <a:buFont typeface="Fira Sans"/>
              <a:buNone/>
              <a:defRPr sz="2800" b="0" i="0" u="none" strike="noStrike" cap="none">
                <a:solidFill>
                  <a:srgbClr val="3896D2"/>
                </a:solidFill>
                <a:latin typeface="Fira Sans"/>
                <a:ea typeface="Fira Sans"/>
                <a:cs typeface="Fira Sans"/>
                <a:sym typeface="Fira Sans"/>
              </a:defRPr>
            </a:lvl1pPr>
            <a:lvl2pPr marR="0" lvl="1"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2pPr>
            <a:lvl3pPr marR="0" lvl="2"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3pPr>
            <a:lvl4pPr marR="0" lvl="3"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4pPr>
            <a:lvl5pPr marR="0" lvl="4"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5pPr>
            <a:lvl6pPr marR="0" lvl="5"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6pPr>
            <a:lvl7pPr marR="0" lvl="6"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7pPr>
            <a:lvl8pPr marR="0" lvl="7"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8pPr>
            <a:lvl9pPr marR="0" lvl="8"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9pPr>
          </a:lstStyle>
          <a:p>
            <a:endParaRPr/>
          </a:p>
        </p:txBody>
      </p:sp>
      <p:sp>
        <p:nvSpPr>
          <p:cNvPr id="103" name="Google Shape;103;p2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rgbClr val="FFFFFF"/>
              </a:buClr>
              <a:buSzPts val="1800"/>
              <a:buFont typeface="Fira Sans"/>
              <a:buChar char="●"/>
              <a:defRPr sz="1800" b="0" i="0" u="none" strike="noStrike" cap="none">
                <a:solidFill>
                  <a:srgbClr val="FFFFFF"/>
                </a:solidFill>
                <a:latin typeface="Fira Sans"/>
                <a:ea typeface="Fira Sans"/>
                <a:cs typeface="Fira Sans"/>
                <a:sym typeface="Fira Sans"/>
              </a:defRPr>
            </a:lvl1pPr>
            <a:lvl2pPr marL="914400" marR="0" lvl="1" indent="-317500" algn="l" rtl="0">
              <a:lnSpc>
                <a:spcPct val="115000"/>
              </a:lnSpc>
              <a:spcBef>
                <a:spcPts val="1600"/>
              </a:spcBef>
              <a:spcAft>
                <a:spcPts val="0"/>
              </a:spcAft>
              <a:buClr>
                <a:srgbClr val="FFFFFF"/>
              </a:buClr>
              <a:buSzPts val="1400"/>
              <a:buFont typeface="Fira Sans"/>
              <a:buChar char="○"/>
              <a:defRPr sz="1400" b="0" i="0" u="none" strike="noStrike" cap="none">
                <a:solidFill>
                  <a:srgbClr val="FFFFFF"/>
                </a:solidFill>
                <a:latin typeface="Fira Sans"/>
                <a:ea typeface="Fira Sans"/>
                <a:cs typeface="Fira Sans"/>
                <a:sym typeface="Fira Sans"/>
              </a:defRPr>
            </a:lvl2pPr>
            <a:lvl3pPr marL="1371600" marR="0" lvl="2" indent="-317500" algn="l" rtl="0">
              <a:lnSpc>
                <a:spcPct val="115000"/>
              </a:lnSpc>
              <a:spcBef>
                <a:spcPts val="1600"/>
              </a:spcBef>
              <a:spcAft>
                <a:spcPts val="0"/>
              </a:spcAft>
              <a:buClr>
                <a:srgbClr val="FFFFFF"/>
              </a:buClr>
              <a:buSzPts val="1400"/>
              <a:buFont typeface="Fira Sans"/>
              <a:buChar char="■"/>
              <a:defRPr sz="1400" b="0" i="0" u="none" strike="noStrike" cap="none">
                <a:solidFill>
                  <a:srgbClr val="FFFFFF"/>
                </a:solidFill>
                <a:latin typeface="Fira Sans"/>
                <a:ea typeface="Fira Sans"/>
                <a:cs typeface="Fira Sans"/>
                <a:sym typeface="Fira Sans"/>
              </a:defRPr>
            </a:lvl3pPr>
            <a:lvl4pPr marL="1828800" marR="0" lvl="3" indent="-317500" algn="l" rtl="0">
              <a:lnSpc>
                <a:spcPct val="115000"/>
              </a:lnSpc>
              <a:spcBef>
                <a:spcPts val="1600"/>
              </a:spcBef>
              <a:spcAft>
                <a:spcPts val="0"/>
              </a:spcAft>
              <a:buClr>
                <a:srgbClr val="FFFFFF"/>
              </a:buClr>
              <a:buSzPts val="1400"/>
              <a:buFont typeface="Fira Sans"/>
              <a:buChar char="●"/>
              <a:defRPr sz="1400" b="0" i="0" u="none" strike="noStrike" cap="none">
                <a:solidFill>
                  <a:srgbClr val="FFFFFF"/>
                </a:solidFill>
                <a:latin typeface="Fira Sans"/>
                <a:ea typeface="Fira Sans"/>
                <a:cs typeface="Fira Sans"/>
                <a:sym typeface="Fira Sans"/>
              </a:defRPr>
            </a:lvl4pPr>
            <a:lvl5pPr marL="2286000" marR="0" lvl="4" indent="-317500" algn="l" rtl="0">
              <a:lnSpc>
                <a:spcPct val="115000"/>
              </a:lnSpc>
              <a:spcBef>
                <a:spcPts val="1600"/>
              </a:spcBef>
              <a:spcAft>
                <a:spcPts val="0"/>
              </a:spcAft>
              <a:buClr>
                <a:srgbClr val="FFFFFF"/>
              </a:buClr>
              <a:buSzPts val="1400"/>
              <a:buFont typeface="Fira Sans"/>
              <a:buChar char="○"/>
              <a:defRPr sz="1400" b="0" i="0" u="none" strike="noStrike" cap="none">
                <a:solidFill>
                  <a:srgbClr val="FFFFFF"/>
                </a:solidFill>
                <a:latin typeface="Fira Sans"/>
                <a:ea typeface="Fira Sans"/>
                <a:cs typeface="Fira Sans"/>
                <a:sym typeface="Fira Sans"/>
              </a:defRPr>
            </a:lvl5pPr>
            <a:lvl6pPr marL="2743200" marR="0" lvl="5" indent="-317500" algn="l" rtl="0">
              <a:lnSpc>
                <a:spcPct val="115000"/>
              </a:lnSpc>
              <a:spcBef>
                <a:spcPts val="1600"/>
              </a:spcBef>
              <a:spcAft>
                <a:spcPts val="0"/>
              </a:spcAft>
              <a:buClr>
                <a:srgbClr val="FFFFFF"/>
              </a:buClr>
              <a:buSzPts val="1400"/>
              <a:buFont typeface="Fira Sans"/>
              <a:buChar char="■"/>
              <a:defRPr sz="1400" b="0" i="0" u="none" strike="noStrike" cap="none">
                <a:solidFill>
                  <a:srgbClr val="FFFFFF"/>
                </a:solidFill>
                <a:latin typeface="Fira Sans"/>
                <a:ea typeface="Fira Sans"/>
                <a:cs typeface="Fira Sans"/>
                <a:sym typeface="Fira Sans"/>
              </a:defRPr>
            </a:lvl6pPr>
            <a:lvl7pPr marL="3200400" marR="0" lvl="6" indent="-317500" algn="l" rtl="0">
              <a:lnSpc>
                <a:spcPct val="115000"/>
              </a:lnSpc>
              <a:spcBef>
                <a:spcPts val="1600"/>
              </a:spcBef>
              <a:spcAft>
                <a:spcPts val="0"/>
              </a:spcAft>
              <a:buClr>
                <a:srgbClr val="FFFFFF"/>
              </a:buClr>
              <a:buSzPts val="1400"/>
              <a:buFont typeface="Fira Sans"/>
              <a:buChar char="●"/>
              <a:defRPr sz="1400" b="0" i="0" u="none" strike="noStrike" cap="none">
                <a:solidFill>
                  <a:srgbClr val="FFFFFF"/>
                </a:solidFill>
                <a:latin typeface="Fira Sans"/>
                <a:ea typeface="Fira Sans"/>
                <a:cs typeface="Fira Sans"/>
                <a:sym typeface="Fira Sans"/>
              </a:defRPr>
            </a:lvl7pPr>
            <a:lvl8pPr marL="3657600" marR="0" lvl="7" indent="-317500" algn="l" rtl="0">
              <a:lnSpc>
                <a:spcPct val="115000"/>
              </a:lnSpc>
              <a:spcBef>
                <a:spcPts val="1600"/>
              </a:spcBef>
              <a:spcAft>
                <a:spcPts val="0"/>
              </a:spcAft>
              <a:buClr>
                <a:srgbClr val="FFFFFF"/>
              </a:buClr>
              <a:buSzPts val="1400"/>
              <a:buFont typeface="Fira Sans"/>
              <a:buChar char="○"/>
              <a:defRPr sz="1400" b="0" i="0" u="none" strike="noStrike" cap="none">
                <a:solidFill>
                  <a:srgbClr val="FFFFFF"/>
                </a:solidFill>
                <a:latin typeface="Fira Sans"/>
                <a:ea typeface="Fira Sans"/>
                <a:cs typeface="Fira Sans"/>
                <a:sym typeface="Fira Sans"/>
              </a:defRPr>
            </a:lvl8pPr>
            <a:lvl9pPr marL="4114800" marR="0" lvl="8" indent="-317500" algn="l" rtl="0">
              <a:lnSpc>
                <a:spcPct val="115000"/>
              </a:lnSpc>
              <a:spcBef>
                <a:spcPts val="1600"/>
              </a:spcBef>
              <a:spcAft>
                <a:spcPts val="1600"/>
              </a:spcAft>
              <a:buClr>
                <a:srgbClr val="FFFFFF"/>
              </a:buClr>
              <a:buSzPts val="1400"/>
              <a:buFont typeface="Fira Sans"/>
              <a:buChar char="■"/>
              <a:defRPr sz="1400" b="0" i="0" u="none" strike="noStrike" cap="none">
                <a:solidFill>
                  <a:srgbClr val="FFFFFF"/>
                </a:solidFill>
                <a:latin typeface="Fira Sans"/>
                <a:ea typeface="Fira Sans"/>
                <a:cs typeface="Fira Sans"/>
                <a:sym typeface="Fira Sans"/>
              </a:defRPr>
            </a:lvl9pPr>
          </a:lstStyle>
          <a:p>
            <a:endParaRPr/>
          </a:p>
        </p:txBody>
      </p:sp>
      <p:sp>
        <p:nvSpPr>
          <p:cNvPr id="104" name="Google Shape;104;p24"/>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1pPr>
            <a:lvl2pPr marL="0" marR="0" lvl="1"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2pPr>
            <a:lvl3pPr marL="0" marR="0" lvl="2"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3pPr>
            <a:lvl4pPr marL="0" marR="0" lvl="3"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4pPr>
            <a:lvl5pPr marL="0" marR="0" lvl="4"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5pPr>
            <a:lvl6pPr marL="0" marR="0" lvl="5"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6pPr>
            <a:lvl7pPr marL="0" marR="0" lvl="6"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7pPr>
            <a:lvl8pPr marL="0" marR="0" lvl="7"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8pPr>
            <a:lvl9pPr marL="0" marR="0" lvl="8" indent="0" algn="r" rtl="0">
              <a:lnSpc>
                <a:spcPct val="100000"/>
              </a:lnSpc>
              <a:spcBef>
                <a:spcPts val="0"/>
              </a:spcBef>
              <a:spcAft>
                <a:spcPts val="0"/>
              </a:spcAft>
              <a:buClr>
                <a:srgbClr val="000000"/>
              </a:buClr>
              <a:buSzPts val="1300"/>
              <a:buFont typeface="Arial"/>
              <a:buNone/>
              <a:defRPr sz="1300" b="0" i="0" u="none" strike="noStrike" cap="none">
                <a:solidFill>
                  <a:srgbClr val="FFFFFF"/>
                </a:solidFill>
                <a:latin typeface="Fira Sans"/>
                <a:ea typeface="Fira Sans"/>
                <a:cs typeface="Fira Sans"/>
                <a:sym typeface="Fira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70"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 id="2147483692"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1.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1.xml"/><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1.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1.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21.xml"/><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48"/>
          <p:cNvSpPr txBox="1">
            <a:spLocks noGrp="1"/>
          </p:cNvSpPr>
          <p:nvPr>
            <p:ph type="title"/>
          </p:nvPr>
        </p:nvSpPr>
        <p:spPr>
          <a:xfrm>
            <a:off x="455100" y="1703607"/>
            <a:ext cx="8233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US" sz="3000" b="1" dirty="0">
                <a:solidFill>
                  <a:schemeClr val="lt1"/>
                </a:solidFill>
              </a:rPr>
              <a:t>Machine Learning INET</a:t>
            </a:r>
            <a:br>
              <a:rPr lang="en-US" sz="3000" b="1" dirty="0">
                <a:solidFill>
                  <a:schemeClr val="lt1"/>
                </a:solidFill>
              </a:rPr>
            </a:br>
            <a:r>
              <a:rPr lang="en-US" sz="3000" b="1" dirty="0">
                <a:solidFill>
                  <a:schemeClr val="lt1"/>
                </a:solidFill>
              </a:rPr>
              <a:t>Fall 2024</a:t>
            </a:r>
            <a:endParaRPr sz="3000" b="1" dirty="0">
              <a:solidFill>
                <a:schemeClr val="lt1"/>
              </a:solidFill>
            </a:endParaRPr>
          </a:p>
        </p:txBody>
      </p:sp>
      <p:sp>
        <p:nvSpPr>
          <p:cNvPr id="206" name="Google Shape;206;p48"/>
          <p:cNvSpPr txBox="1">
            <a:spLocks noGrp="1"/>
          </p:cNvSpPr>
          <p:nvPr>
            <p:ph type="sldNum" idx="12"/>
          </p:nvPr>
        </p:nvSpPr>
        <p:spPr>
          <a:xfrm>
            <a:off x="63933" y="4703617"/>
            <a:ext cx="548700" cy="393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rgbClr val="000000"/>
              </a:buClr>
              <a:buSzPts val="1400"/>
              <a:buFont typeface="Arial"/>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51"/>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2</a:t>
            </a:fld>
            <a:endParaRPr/>
          </a:p>
        </p:txBody>
      </p:sp>
      <p:sp>
        <p:nvSpPr>
          <p:cNvPr id="2" name="Google Shape;240;p53">
            <a:extLst>
              <a:ext uri="{FF2B5EF4-FFF2-40B4-BE49-F238E27FC236}">
                <a16:creationId xmlns:a16="http://schemas.microsoft.com/office/drawing/2014/main" id="{07734887-1EBD-707F-05EA-0287B86E2A12}"/>
              </a:ext>
            </a:extLst>
          </p:cNvPr>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Agenda</a:t>
            </a:r>
            <a:endParaRPr dirty="0"/>
          </a:p>
        </p:txBody>
      </p:sp>
      <p:sp>
        <p:nvSpPr>
          <p:cNvPr id="4" name="TextBox 3">
            <a:extLst>
              <a:ext uri="{FF2B5EF4-FFF2-40B4-BE49-F238E27FC236}">
                <a16:creationId xmlns:a16="http://schemas.microsoft.com/office/drawing/2014/main" id="{275D02D7-EC40-C132-2544-40F827440801}"/>
              </a:ext>
            </a:extLst>
          </p:cNvPr>
          <p:cNvSpPr txBox="1"/>
          <p:nvPr/>
        </p:nvSpPr>
        <p:spPr>
          <a:xfrm>
            <a:off x="338282" y="917965"/>
            <a:ext cx="8805717" cy="2492990"/>
          </a:xfrm>
          <a:prstGeom prst="rect">
            <a:avLst/>
          </a:prstGeom>
          <a:noFill/>
        </p:spPr>
        <p:txBody>
          <a:bodyPr wrap="square">
            <a:spAutoFit/>
          </a:bodyPr>
          <a:lstStyle/>
          <a:p>
            <a:pPr marL="285750" indent="-285750" algn="l">
              <a:buFont typeface="Arial" panose="020B0604020202020204" pitchFamily="34" charset="0"/>
              <a:buChar char="•"/>
            </a:pPr>
            <a:r>
              <a:rPr lang="en-US" sz="2400" b="0" i="0" dirty="0">
                <a:solidFill>
                  <a:schemeClr val="bg1"/>
                </a:solidFill>
                <a:effectLst/>
                <a:latin typeface="Calibri" panose="020F0502020204030204" pitchFamily="34" charset="0"/>
                <a:cs typeface="Calibri" panose="020F0502020204030204" pitchFamily="34" charset="0"/>
              </a:rPr>
              <a:t>Training:</a:t>
            </a:r>
          </a:p>
          <a:p>
            <a:pPr marL="285750" lvl="3" indent="-285750">
              <a:buFont typeface="Arial" panose="020B0604020202020204" pitchFamily="34" charset="0"/>
              <a:buChar char="•"/>
            </a:pPr>
            <a:r>
              <a:rPr lang="en-US" sz="2200" dirty="0">
                <a:solidFill>
                  <a:schemeClr val="bg1"/>
                </a:solidFill>
                <a:latin typeface="Calibri" panose="020F0502020204030204" pitchFamily="34" charset="0"/>
                <a:cs typeface="Calibri" panose="020F0502020204030204" pitchFamily="34" charset="0"/>
              </a:rPr>
              <a:t>   Pre-training</a:t>
            </a:r>
          </a:p>
          <a:p>
            <a:pPr marL="285750" lvl="3" indent="-285750">
              <a:buFont typeface="Arial" panose="020B0604020202020204" pitchFamily="34" charset="0"/>
              <a:buChar char="•"/>
            </a:pPr>
            <a:r>
              <a:rPr lang="en-US" sz="2200" b="0" i="0" dirty="0">
                <a:solidFill>
                  <a:schemeClr val="bg1"/>
                </a:solidFill>
                <a:effectLst/>
                <a:latin typeface="Calibri" panose="020F0502020204030204" pitchFamily="34" charset="0"/>
                <a:cs typeface="Calibri" panose="020F0502020204030204" pitchFamily="34" charset="0"/>
              </a:rPr>
              <a:t>   Fine tuning/ Alignment/ Domain Adaptation </a:t>
            </a:r>
          </a:p>
          <a:p>
            <a:pPr marL="285750" lvl="3" indent="-285750">
              <a:buFont typeface="Arial" panose="020B0604020202020204" pitchFamily="34" charset="0"/>
              <a:buChar char="•"/>
            </a:pPr>
            <a:r>
              <a:rPr lang="en-US" sz="2200" dirty="0">
                <a:solidFill>
                  <a:schemeClr val="bg1"/>
                </a:solidFill>
                <a:latin typeface="Calibri" panose="020F0502020204030204" pitchFamily="34" charset="0"/>
                <a:cs typeface="Calibri" panose="020F0502020204030204" pitchFamily="34" charset="0"/>
              </a:rPr>
              <a:t>Transformer Architecture</a:t>
            </a:r>
          </a:p>
          <a:p>
            <a:pPr marL="285750" lvl="3" indent="-285750">
              <a:buFont typeface="Arial" panose="020B0604020202020204" pitchFamily="34" charset="0"/>
              <a:buChar char="•"/>
            </a:pPr>
            <a:r>
              <a:rPr lang="en-US" sz="2200" b="0" i="0" dirty="0">
                <a:solidFill>
                  <a:schemeClr val="bg1"/>
                </a:solidFill>
                <a:effectLst/>
                <a:latin typeface="Calibri" panose="020F0502020204030204" pitchFamily="34" charset="0"/>
                <a:cs typeface="Calibri" panose="020F0502020204030204" pitchFamily="34" charset="0"/>
              </a:rPr>
              <a:t>T5</a:t>
            </a:r>
          </a:p>
          <a:p>
            <a:pPr marL="285750" lvl="3" indent="-285750">
              <a:buFont typeface="Arial" panose="020B0604020202020204" pitchFamily="34" charset="0"/>
              <a:buChar char="•"/>
            </a:pPr>
            <a:r>
              <a:rPr lang="en-US" sz="2200" dirty="0">
                <a:solidFill>
                  <a:schemeClr val="bg1"/>
                </a:solidFill>
                <a:latin typeface="Calibri" panose="020F0502020204030204" pitchFamily="34" charset="0"/>
                <a:cs typeface="Calibri" panose="020F0502020204030204" pitchFamily="34" charset="0"/>
              </a:rPr>
              <a:t>GPT</a:t>
            </a:r>
          </a:p>
          <a:p>
            <a:pPr marL="285750" lvl="3" indent="-285750">
              <a:buFont typeface="Arial" panose="020B0604020202020204" pitchFamily="34" charset="0"/>
              <a:buChar char="•"/>
            </a:pPr>
            <a:r>
              <a:rPr lang="en-US" sz="2200" b="0" i="0" dirty="0">
                <a:solidFill>
                  <a:schemeClr val="bg1"/>
                </a:solidFill>
                <a:effectLst/>
                <a:latin typeface="Calibri" panose="020F0502020204030204" pitchFamily="34" charset="0"/>
                <a:cs typeface="Calibri" panose="020F0502020204030204" pitchFamily="34" charset="0"/>
              </a:rPr>
              <a:t>Decoding </a:t>
            </a:r>
            <a:r>
              <a:rPr lang="en-US" sz="2200" dirty="0">
                <a:solidFill>
                  <a:schemeClr val="bg1"/>
                </a:solidFill>
                <a:latin typeface="Calibri" panose="020F0502020204030204" pitchFamily="34" charset="0"/>
                <a:cs typeface="Calibri" panose="020F0502020204030204" pitchFamily="34" charset="0"/>
              </a:rPr>
              <a:t>Mechanisms</a:t>
            </a:r>
            <a:endParaRPr lang="en-US" sz="2200" b="0" i="0" dirty="0">
              <a:solidFill>
                <a:schemeClr val="bg1"/>
              </a:solidFill>
              <a:effectLst/>
              <a:latin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51"/>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3</a:t>
            </a:fld>
            <a:endParaRPr/>
          </a:p>
        </p:txBody>
      </p:sp>
      <p:pic>
        <p:nvPicPr>
          <p:cNvPr id="228" name="Google Shape;228;p51"/>
          <p:cNvPicPr preferRelativeResize="0"/>
          <p:nvPr/>
        </p:nvPicPr>
        <p:blipFill>
          <a:blip r:embed="rId3">
            <a:alphaModFix/>
          </a:blip>
          <a:stretch>
            <a:fillRect/>
          </a:stretch>
        </p:blipFill>
        <p:spPr>
          <a:xfrm>
            <a:off x="2102067" y="839361"/>
            <a:ext cx="6978000" cy="4257856"/>
          </a:xfrm>
          <a:prstGeom prst="rect">
            <a:avLst/>
          </a:prstGeom>
          <a:noFill/>
          <a:ln>
            <a:noFill/>
          </a:ln>
        </p:spPr>
      </p:pic>
      <p:sp>
        <p:nvSpPr>
          <p:cNvPr id="2" name="Google Shape;240;p53">
            <a:extLst>
              <a:ext uri="{FF2B5EF4-FFF2-40B4-BE49-F238E27FC236}">
                <a16:creationId xmlns:a16="http://schemas.microsoft.com/office/drawing/2014/main" id="{07734887-1EBD-707F-05EA-0287B86E2A12}"/>
              </a:ext>
            </a:extLst>
          </p:cNvPr>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Training: Pre-Training vs Alignment</a:t>
            </a:r>
            <a:br>
              <a:rPr lang="en" dirty="0"/>
            </a:br>
            <a:endParaRPr dirty="0"/>
          </a:p>
        </p:txBody>
      </p:sp>
    </p:spTree>
    <p:extLst>
      <p:ext uri="{BB962C8B-B14F-4D97-AF65-F5344CB8AC3E}">
        <p14:creationId xmlns:p14="http://schemas.microsoft.com/office/powerpoint/2010/main" val="252556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51"/>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4</a:t>
            </a:fld>
            <a:endParaRPr/>
          </a:p>
        </p:txBody>
      </p:sp>
      <p:sp>
        <p:nvSpPr>
          <p:cNvPr id="2" name="Google Shape;240;p53">
            <a:extLst>
              <a:ext uri="{FF2B5EF4-FFF2-40B4-BE49-F238E27FC236}">
                <a16:creationId xmlns:a16="http://schemas.microsoft.com/office/drawing/2014/main" id="{07734887-1EBD-707F-05EA-0287B86E2A12}"/>
              </a:ext>
            </a:extLst>
          </p:cNvPr>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Transformers</a:t>
            </a:r>
            <a:br>
              <a:rPr lang="en" dirty="0"/>
            </a:br>
            <a:endParaRPr dirty="0"/>
          </a:p>
        </p:txBody>
      </p:sp>
      <p:sp>
        <p:nvSpPr>
          <p:cNvPr id="4" name="TextBox 3">
            <a:extLst>
              <a:ext uri="{FF2B5EF4-FFF2-40B4-BE49-F238E27FC236}">
                <a16:creationId xmlns:a16="http://schemas.microsoft.com/office/drawing/2014/main" id="{275D02D7-EC40-C132-2544-40F827440801}"/>
              </a:ext>
            </a:extLst>
          </p:cNvPr>
          <p:cNvSpPr txBox="1"/>
          <p:nvPr/>
        </p:nvSpPr>
        <p:spPr>
          <a:xfrm>
            <a:off x="338282" y="917965"/>
            <a:ext cx="8805717" cy="1477328"/>
          </a:xfrm>
          <a:prstGeom prst="rect">
            <a:avLst/>
          </a:prstGeom>
          <a:noFill/>
        </p:spPr>
        <p:txBody>
          <a:bodyPr wrap="square">
            <a:spAutoFit/>
          </a:bodyPr>
          <a:lstStyle/>
          <a:p>
            <a:pPr marL="285750" indent="-285750" algn="l">
              <a:buFont typeface="Arial" panose="020B0604020202020204" pitchFamily="34" charset="0"/>
              <a:buChar char="•"/>
            </a:pPr>
            <a:r>
              <a:rPr lang="en-US" sz="2400" b="0" i="0" dirty="0">
                <a:solidFill>
                  <a:schemeClr val="bg1"/>
                </a:solidFill>
                <a:effectLst/>
                <a:latin typeface="Calibri" panose="020F0502020204030204" pitchFamily="34" charset="0"/>
                <a:cs typeface="Calibri" panose="020F0502020204030204" pitchFamily="34" charset="0"/>
              </a:rPr>
              <a:t>Transformers are building block of NLP today. They come as either</a:t>
            </a:r>
          </a:p>
          <a:p>
            <a:pPr marL="342900" lvl="2" indent="-342900">
              <a:buFont typeface="+mj-lt"/>
              <a:buAutoNum type="arabicPeriod"/>
            </a:pPr>
            <a:r>
              <a:rPr lang="en-US" sz="2200" b="0" i="0" dirty="0">
                <a:solidFill>
                  <a:schemeClr val="bg1"/>
                </a:solidFill>
                <a:effectLst/>
                <a:latin typeface="Calibri" panose="020F0502020204030204" pitchFamily="34" charset="0"/>
                <a:cs typeface="Calibri" panose="020F0502020204030204" pitchFamily="34" charset="0"/>
              </a:rPr>
              <a:t>Encoder: BERT, </a:t>
            </a:r>
            <a:r>
              <a:rPr lang="en-US" sz="2200" b="0" i="0" dirty="0" err="1">
                <a:solidFill>
                  <a:schemeClr val="bg1"/>
                </a:solidFill>
                <a:effectLst/>
                <a:latin typeface="Calibri" panose="020F0502020204030204" pitchFamily="34" charset="0"/>
                <a:cs typeface="Calibri" panose="020F0502020204030204" pitchFamily="34" charset="0"/>
              </a:rPr>
              <a:t>RoBERTa</a:t>
            </a:r>
            <a:endParaRPr lang="en-US" sz="2200" b="0" i="0" dirty="0">
              <a:solidFill>
                <a:schemeClr val="bg1"/>
              </a:solidFill>
              <a:effectLst/>
              <a:latin typeface="Calibri" panose="020F0502020204030204" pitchFamily="34" charset="0"/>
              <a:cs typeface="Calibri" panose="020F0502020204030204" pitchFamily="34" charset="0"/>
            </a:endParaRPr>
          </a:p>
          <a:p>
            <a:pPr marL="342900" lvl="2" indent="-342900">
              <a:buFont typeface="+mj-lt"/>
              <a:buAutoNum type="arabicPeriod"/>
            </a:pPr>
            <a:r>
              <a:rPr lang="en-US" sz="2200" dirty="0">
                <a:solidFill>
                  <a:schemeClr val="bg1"/>
                </a:solidFill>
                <a:latin typeface="Calibri" panose="020F0502020204030204" pitchFamily="34" charset="0"/>
                <a:cs typeface="Calibri" panose="020F0502020204030204" pitchFamily="34" charset="0"/>
              </a:rPr>
              <a:t>Decoder: GPT, Transformer-XL</a:t>
            </a:r>
          </a:p>
          <a:p>
            <a:pPr marL="342900" lvl="2" indent="-342900">
              <a:buFont typeface="+mj-lt"/>
              <a:buAutoNum type="arabicPeriod"/>
            </a:pPr>
            <a:r>
              <a:rPr lang="en-US" sz="2200" b="0" i="0" dirty="0">
                <a:solidFill>
                  <a:schemeClr val="bg1"/>
                </a:solidFill>
                <a:effectLst/>
                <a:latin typeface="Calibri" panose="020F0502020204030204" pitchFamily="34" charset="0"/>
                <a:cs typeface="Calibri" panose="020F0502020204030204" pitchFamily="34" charset="0"/>
              </a:rPr>
              <a:t>Encoder-Decoder: T5, BART</a:t>
            </a:r>
          </a:p>
        </p:txBody>
      </p:sp>
    </p:spTree>
    <p:extLst>
      <p:ext uri="{BB962C8B-B14F-4D97-AF65-F5344CB8AC3E}">
        <p14:creationId xmlns:p14="http://schemas.microsoft.com/office/powerpoint/2010/main" val="1073712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53"/>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Transformers </a:t>
            </a:r>
            <a:endParaRPr dirty="0"/>
          </a:p>
        </p:txBody>
      </p:sp>
      <p:sp>
        <p:nvSpPr>
          <p:cNvPr id="241" name="Google Shape;241;p53"/>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5</a:t>
            </a:fld>
            <a:endParaRPr/>
          </a:p>
        </p:txBody>
      </p:sp>
      <p:pic>
        <p:nvPicPr>
          <p:cNvPr id="2" name="Picture 1">
            <a:extLst>
              <a:ext uri="{FF2B5EF4-FFF2-40B4-BE49-F238E27FC236}">
                <a16:creationId xmlns:a16="http://schemas.microsoft.com/office/drawing/2014/main" id="{9582C3EB-ED56-2448-B5BB-00992F1D14AE}"/>
              </a:ext>
            </a:extLst>
          </p:cNvPr>
          <p:cNvPicPr>
            <a:picLocks noChangeAspect="1"/>
          </p:cNvPicPr>
          <p:nvPr/>
        </p:nvPicPr>
        <p:blipFill>
          <a:blip r:embed="rId3"/>
          <a:stretch>
            <a:fillRect/>
          </a:stretch>
        </p:blipFill>
        <p:spPr>
          <a:xfrm>
            <a:off x="612632" y="935536"/>
            <a:ext cx="4826059" cy="344563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53"/>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Transformers</a:t>
            </a:r>
            <a:endParaRPr dirty="0"/>
          </a:p>
        </p:txBody>
      </p:sp>
      <p:sp>
        <p:nvSpPr>
          <p:cNvPr id="241" name="Google Shape;241;p53"/>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6</a:t>
            </a:fld>
            <a:endParaRPr/>
          </a:p>
        </p:txBody>
      </p:sp>
      <p:pic>
        <p:nvPicPr>
          <p:cNvPr id="3" name="Picture 2">
            <a:extLst>
              <a:ext uri="{FF2B5EF4-FFF2-40B4-BE49-F238E27FC236}">
                <a16:creationId xmlns:a16="http://schemas.microsoft.com/office/drawing/2014/main" id="{C05596FA-F759-709D-3EED-1013F66FEAE4}"/>
              </a:ext>
            </a:extLst>
          </p:cNvPr>
          <p:cNvPicPr>
            <a:picLocks noChangeAspect="1"/>
          </p:cNvPicPr>
          <p:nvPr/>
        </p:nvPicPr>
        <p:blipFill>
          <a:blip r:embed="rId3"/>
          <a:stretch>
            <a:fillRect/>
          </a:stretch>
        </p:blipFill>
        <p:spPr>
          <a:xfrm>
            <a:off x="709654" y="1855874"/>
            <a:ext cx="6260783" cy="2024364"/>
          </a:xfrm>
          <a:prstGeom prst="rect">
            <a:avLst/>
          </a:prstGeom>
        </p:spPr>
      </p:pic>
    </p:spTree>
    <p:extLst>
      <p:ext uri="{BB962C8B-B14F-4D97-AF65-F5344CB8AC3E}">
        <p14:creationId xmlns:p14="http://schemas.microsoft.com/office/powerpoint/2010/main" val="3592797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53"/>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Encoder – zoom in</a:t>
            </a:r>
            <a:endParaRPr dirty="0"/>
          </a:p>
        </p:txBody>
      </p:sp>
      <p:sp>
        <p:nvSpPr>
          <p:cNvPr id="241" name="Google Shape;241;p53"/>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7</a:t>
            </a:fld>
            <a:endParaRPr/>
          </a:p>
        </p:txBody>
      </p:sp>
      <p:pic>
        <p:nvPicPr>
          <p:cNvPr id="2" name="Picture 1">
            <a:extLst>
              <a:ext uri="{FF2B5EF4-FFF2-40B4-BE49-F238E27FC236}">
                <a16:creationId xmlns:a16="http://schemas.microsoft.com/office/drawing/2014/main" id="{031FA220-C3DD-9DA6-3551-20B41CCC8425}"/>
              </a:ext>
            </a:extLst>
          </p:cNvPr>
          <p:cNvPicPr>
            <a:picLocks noChangeAspect="1"/>
          </p:cNvPicPr>
          <p:nvPr/>
        </p:nvPicPr>
        <p:blipFill>
          <a:blip r:embed="rId3"/>
          <a:stretch>
            <a:fillRect/>
          </a:stretch>
        </p:blipFill>
        <p:spPr>
          <a:xfrm>
            <a:off x="3907239" y="140225"/>
            <a:ext cx="4925061" cy="4637233"/>
          </a:xfrm>
          <a:prstGeom prst="rect">
            <a:avLst/>
          </a:prstGeom>
        </p:spPr>
      </p:pic>
    </p:spTree>
    <p:extLst>
      <p:ext uri="{BB962C8B-B14F-4D97-AF65-F5344CB8AC3E}">
        <p14:creationId xmlns:p14="http://schemas.microsoft.com/office/powerpoint/2010/main" val="3352190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55"/>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8</a:t>
            </a:fld>
            <a:endParaRPr/>
          </a:p>
        </p:txBody>
      </p:sp>
      <p:sp>
        <p:nvSpPr>
          <p:cNvPr id="4" name="TextBox 3">
            <a:extLst>
              <a:ext uri="{FF2B5EF4-FFF2-40B4-BE49-F238E27FC236}">
                <a16:creationId xmlns:a16="http://schemas.microsoft.com/office/drawing/2014/main" id="{E5332827-95AB-5F36-0270-E69B83583647}"/>
              </a:ext>
            </a:extLst>
          </p:cNvPr>
          <p:cNvSpPr txBox="1"/>
          <p:nvPr/>
        </p:nvSpPr>
        <p:spPr>
          <a:xfrm>
            <a:off x="576240" y="501759"/>
            <a:ext cx="7804435" cy="1169551"/>
          </a:xfrm>
          <a:prstGeom prst="rect">
            <a:avLst/>
          </a:prstGeom>
          <a:noFill/>
        </p:spPr>
        <p:txBody>
          <a:bodyPr wrap="square">
            <a:spAutoFit/>
          </a:bodyPr>
          <a:lstStyle/>
          <a:p>
            <a:pPr algn="l"/>
            <a:r>
              <a:rPr lang="en-US" sz="2800" b="1" i="0" dirty="0">
                <a:solidFill>
                  <a:schemeClr val="bg1"/>
                </a:solidFill>
                <a:effectLst/>
                <a:latin typeface="-apple-system"/>
              </a:rPr>
              <a:t>Self Attention Head</a:t>
            </a:r>
          </a:p>
          <a:p>
            <a:pPr algn="l"/>
            <a:endParaRPr lang="en-US" b="1" i="0" dirty="0">
              <a:solidFill>
                <a:schemeClr val="bg1"/>
              </a:solidFill>
              <a:effectLst/>
              <a:latin typeface="-apple-system"/>
            </a:endParaRPr>
          </a:p>
          <a:p>
            <a:br>
              <a:rPr lang="en-US" dirty="0">
                <a:solidFill>
                  <a:schemeClr val="bg1"/>
                </a:solidFill>
              </a:rPr>
            </a:br>
            <a:endParaRPr lang="en-US" dirty="0">
              <a:solidFill>
                <a:schemeClr val="bg1"/>
              </a:solidFill>
            </a:endParaRPr>
          </a:p>
        </p:txBody>
      </p:sp>
      <p:pic>
        <p:nvPicPr>
          <p:cNvPr id="6" name="Picture 5">
            <a:extLst>
              <a:ext uri="{FF2B5EF4-FFF2-40B4-BE49-F238E27FC236}">
                <a16:creationId xmlns:a16="http://schemas.microsoft.com/office/drawing/2014/main" id="{4EB3FF83-6D03-ECF1-5081-F9BED5B45AFD}"/>
              </a:ext>
            </a:extLst>
          </p:cNvPr>
          <p:cNvPicPr>
            <a:picLocks noChangeAspect="1"/>
          </p:cNvPicPr>
          <p:nvPr/>
        </p:nvPicPr>
        <p:blipFill>
          <a:blip r:embed="rId3"/>
          <a:stretch>
            <a:fillRect/>
          </a:stretch>
        </p:blipFill>
        <p:spPr>
          <a:xfrm>
            <a:off x="5384157" y="609911"/>
            <a:ext cx="3517900" cy="3987800"/>
          </a:xfrm>
          <a:prstGeom prst="rect">
            <a:avLst/>
          </a:prstGeom>
        </p:spPr>
      </p:pic>
      <p:sp>
        <p:nvSpPr>
          <p:cNvPr id="9" name="TextBox 8">
            <a:extLst>
              <a:ext uri="{FF2B5EF4-FFF2-40B4-BE49-F238E27FC236}">
                <a16:creationId xmlns:a16="http://schemas.microsoft.com/office/drawing/2014/main" id="{DFAB9A03-818F-138B-3C06-44F669A9C588}"/>
              </a:ext>
            </a:extLst>
          </p:cNvPr>
          <p:cNvSpPr txBox="1"/>
          <p:nvPr/>
        </p:nvSpPr>
        <p:spPr>
          <a:xfrm>
            <a:off x="612633" y="1086534"/>
            <a:ext cx="4572000" cy="3785652"/>
          </a:xfrm>
          <a:prstGeom prst="rect">
            <a:avLst/>
          </a:prstGeom>
          <a:noFill/>
        </p:spPr>
        <p:txBody>
          <a:bodyPr wrap="square">
            <a:spAutoFit/>
          </a:bodyPr>
          <a:lstStyle/>
          <a:p>
            <a:pPr algn="l"/>
            <a:r>
              <a:rPr lang="en-US" sz="1600" b="0" i="0" dirty="0">
                <a:solidFill>
                  <a:schemeClr val="bg1"/>
                </a:solidFill>
                <a:effectLst/>
                <a:latin typeface="Calibri" panose="020F0502020204030204" pitchFamily="34" charset="0"/>
                <a:cs typeface="Calibri" panose="020F0502020204030204" pitchFamily="34" charset="0"/>
              </a:rPr>
              <a:t>Each attention head is a mechanism that assign a different amount of weight or “attention” to each element in the sequence. </a:t>
            </a:r>
          </a:p>
          <a:p>
            <a:pPr algn="l"/>
            <a:endParaRPr lang="en-US" sz="1600" b="0" i="0" dirty="0">
              <a:solidFill>
                <a:schemeClr val="bg1"/>
              </a:solidFill>
              <a:effectLst/>
              <a:latin typeface="Calibri" panose="020F0502020204030204" pitchFamily="34" charset="0"/>
              <a:cs typeface="Calibri" panose="020F0502020204030204" pitchFamily="34" charset="0"/>
            </a:endParaRPr>
          </a:p>
          <a:p>
            <a:pPr algn="l"/>
            <a:r>
              <a:rPr lang="en-US" sz="1600" b="0" i="0" dirty="0">
                <a:solidFill>
                  <a:schemeClr val="bg1"/>
                </a:solidFill>
                <a:effectLst/>
                <a:latin typeface="Calibri" panose="020F0502020204030204" pitchFamily="34" charset="0"/>
                <a:cs typeface="Calibri" panose="020F0502020204030204" pitchFamily="34" charset="0"/>
              </a:rPr>
              <a:t>It does so by updating each token embedding as weighted average of all token embeddings in the sequence. Embeddings that are generated in this way are called </a:t>
            </a:r>
            <a:r>
              <a:rPr lang="en-US" sz="1600" b="0" i="1" dirty="0">
                <a:solidFill>
                  <a:schemeClr val="bg1"/>
                </a:solidFill>
                <a:effectLst/>
                <a:latin typeface="Calibri" panose="020F0502020204030204" pitchFamily="34" charset="0"/>
                <a:cs typeface="Calibri" panose="020F0502020204030204" pitchFamily="34" charset="0"/>
              </a:rPr>
              <a:t>contextualized embeddings</a:t>
            </a:r>
            <a:r>
              <a:rPr lang="en-US" sz="1600" b="0" i="0" dirty="0">
                <a:solidFill>
                  <a:schemeClr val="bg1"/>
                </a:solidFill>
                <a:effectLst/>
                <a:latin typeface="Calibri" panose="020F0502020204030204" pitchFamily="34" charset="0"/>
                <a:cs typeface="Calibri" panose="020F0502020204030204" pitchFamily="34" charset="0"/>
              </a:rPr>
              <a:t>. </a:t>
            </a:r>
          </a:p>
          <a:p>
            <a:pPr algn="l"/>
            <a:endParaRPr lang="en-US" sz="1600" dirty="0">
              <a:solidFill>
                <a:schemeClr val="bg1"/>
              </a:solidFill>
              <a:latin typeface="Calibri" panose="020F0502020204030204" pitchFamily="34" charset="0"/>
              <a:cs typeface="Calibri" panose="020F0502020204030204" pitchFamily="34" charset="0"/>
            </a:endParaRPr>
          </a:p>
          <a:p>
            <a:pPr algn="l"/>
            <a:r>
              <a:rPr lang="en-US" sz="1600" b="0" i="0" dirty="0">
                <a:solidFill>
                  <a:schemeClr val="bg1"/>
                </a:solidFill>
                <a:effectLst/>
                <a:latin typeface="Calibri" panose="020F0502020204030204" pitchFamily="34" charset="0"/>
                <a:cs typeface="Calibri" panose="020F0502020204030204" pitchFamily="34" charset="0"/>
              </a:rPr>
              <a:t>The weights in the weighted average are called </a:t>
            </a:r>
            <a:r>
              <a:rPr lang="en-US" sz="1600" b="0" i="1" dirty="0">
                <a:solidFill>
                  <a:schemeClr val="bg1"/>
                </a:solidFill>
                <a:effectLst/>
                <a:latin typeface="Calibri" panose="020F0502020204030204" pitchFamily="34" charset="0"/>
                <a:cs typeface="Calibri" panose="020F0502020204030204" pitchFamily="34" charset="0"/>
              </a:rPr>
              <a:t>attention weights</a:t>
            </a:r>
            <a:r>
              <a:rPr lang="en-US" sz="1600" b="0" i="0" dirty="0">
                <a:solidFill>
                  <a:schemeClr val="bg1"/>
                </a:solidFill>
                <a:effectLst/>
                <a:latin typeface="Calibri" panose="020F0502020204030204" pitchFamily="34" charset="0"/>
                <a:cs typeface="Calibri" panose="020F0502020204030204" pitchFamily="34" charset="0"/>
              </a:rPr>
              <a:t>. </a:t>
            </a:r>
          </a:p>
          <a:p>
            <a:pPr algn="l"/>
            <a:endParaRPr lang="en-US" sz="1600" dirty="0">
              <a:solidFill>
                <a:schemeClr val="bg1"/>
              </a:solidFill>
              <a:latin typeface="Calibri" panose="020F0502020204030204" pitchFamily="34" charset="0"/>
              <a:cs typeface="Calibri" panose="020F0502020204030204" pitchFamily="34" charset="0"/>
            </a:endParaRPr>
          </a:p>
          <a:p>
            <a:pPr algn="l"/>
            <a:r>
              <a:rPr lang="en-US" sz="1600" b="0" i="0" dirty="0">
                <a:solidFill>
                  <a:schemeClr val="bg1"/>
                </a:solidFill>
                <a:effectLst/>
                <a:latin typeface="Calibri" panose="020F0502020204030204" pitchFamily="34" charset="0"/>
                <a:cs typeface="Calibri" panose="020F0502020204030204" pitchFamily="34" charset="0"/>
              </a:rPr>
              <a:t>There are several ways to implement a self-attention layer; the most common method is </a:t>
            </a:r>
            <a:r>
              <a:rPr lang="en-US" sz="1600" b="1" i="1" dirty="0">
                <a:solidFill>
                  <a:schemeClr val="bg1"/>
                </a:solidFill>
                <a:effectLst/>
                <a:latin typeface="Calibri" panose="020F0502020204030204" pitchFamily="34" charset="0"/>
                <a:cs typeface="Calibri" panose="020F0502020204030204" pitchFamily="34" charset="0"/>
              </a:rPr>
              <a:t>scaled dot-product attention</a:t>
            </a:r>
            <a:r>
              <a:rPr lang="en-US" sz="1600" b="0" i="0" dirty="0">
                <a:solidFill>
                  <a:schemeClr val="bg1"/>
                </a:solidFill>
                <a:effectLst/>
                <a:latin typeface="Calibri" panose="020F0502020204030204" pitchFamily="34" charset="0"/>
                <a:cs typeface="Calibri" panose="020F0502020204030204" pitchFamily="34"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55"/>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9</a:t>
            </a:fld>
            <a:endParaRPr/>
          </a:p>
        </p:txBody>
      </p:sp>
      <p:sp>
        <p:nvSpPr>
          <p:cNvPr id="4" name="TextBox 3">
            <a:extLst>
              <a:ext uri="{FF2B5EF4-FFF2-40B4-BE49-F238E27FC236}">
                <a16:creationId xmlns:a16="http://schemas.microsoft.com/office/drawing/2014/main" id="{E5332827-95AB-5F36-0270-E69B83583647}"/>
              </a:ext>
            </a:extLst>
          </p:cNvPr>
          <p:cNvSpPr txBox="1"/>
          <p:nvPr/>
        </p:nvSpPr>
        <p:spPr>
          <a:xfrm>
            <a:off x="576240" y="501759"/>
            <a:ext cx="7804435" cy="1600438"/>
          </a:xfrm>
          <a:prstGeom prst="rect">
            <a:avLst/>
          </a:prstGeom>
          <a:noFill/>
        </p:spPr>
        <p:txBody>
          <a:bodyPr wrap="square">
            <a:spAutoFit/>
          </a:bodyPr>
          <a:lstStyle/>
          <a:p>
            <a:pPr algn="l"/>
            <a:r>
              <a:rPr lang="en-US" sz="2800" b="1" i="0" dirty="0">
                <a:solidFill>
                  <a:schemeClr val="bg1"/>
                </a:solidFill>
                <a:effectLst/>
                <a:latin typeface="-apple-system"/>
              </a:rPr>
              <a:t>Multi-head attention</a:t>
            </a:r>
          </a:p>
          <a:p>
            <a:pPr algn="l"/>
            <a:endParaRPr lang="en-US" b="1" i="0" dirty="0">
              <a:solidFill>
                <a:schemeClr val="bg1"/>
              </a:solidFill>
              <a:effectLst/>
              <a:latin typeface="-apple-system"/>
            </a:endParaRPr>
          </a:p>
          <a:p>
            <a:pPr algn="l"/>
            <a:r>
              <a:rPr lang="en-US" b="0" i="0" dirty="0">
                <a:solidFill>
                  <a:schemeClr val="bg1"/>
                </a:solidFill>
                <a:effectLst/>
                <a:latin typeface="-apple-system"/>
              </a:rPr>
              <a:t>The multi-head attention consists of </a:t>
            </a:r>
          </a:p>
          <a:p>
            <a:pPr algn="l"/>
            <a:r>
              <a:rPr lang="en-US" b="0" i="0" dirty="0">
                <a:solidFill>
                  <a:schemeClr val="bg1"/>
                </a:solidFill>
                <a:effectLst/>
                <a:latin typeface="-apple-system"/>
              </a:rPr>
              <a:t>multiple attention heads. </a:t>
            </a:r>
          </a:p>
          <a:p>
            <a:br>
              <a:rPr lang="en-US" dirty="0">
                <a:solidFill>
                  <a:schemeClr val="bg1"/>
                </a:solidFill>
              </a:rPr>
            </a:br>
            <a:endParaRPr lang="en-US" dirty="0">
              <a:solidFill>
                <a:schemeClr val="bg1"/>
              </a:solidFill>
            </a:endParaRPr>
          </a:p>
        </p:txBody>
      </p:sp>
      <p:pic>
        <p:nvPicPr>
          <p:cNvPr id="5" name="Picture 4">
            <a:extLst>
              <a:ext uri="{FF2B5EF4-FFF2-40B4-BE49-F238E27FC236}">
                <a16:creationId xmlns:a16="http://schemas.microsoft.com/office/drawing/2014/main" id="{F186C4C7-1273-2C1A-B2B1-76BEB92DFE55}"/>
              </a:ext>
            </a:extLst>
          </p:cNvPr>
          <p:cNvPicPr>
            <a:picLocks noChangeAspect="1"/>
          </p:cNvPicPr>
          <p:nvPr/>
        </p:nvPicPr>
        <p:blipFill>
          <a:blip r:embed="rId3"/>
          <a:stretch>
            <a:fillRect/>
          </a:stretch>
        </p:blipFill>
        <p:spPr>
          <a:xfrm>
            <a:off x="4783160" y="577741"/>
            <a:ext cx="3784600" cy="4064000"/>
          </a:xfrm>
          <a:prstGeom prst="rect">
            <a:avLst/>
          </a:prstGeom>
        </p:spPr>
      </p:pic>
    </p:spTree>
    <p:extLst>
      <p:ext uri="{BB962C8B-B14F-4D97-AF65-F5344CB8AC3E}">
        <p14:creationId xmlns:p14="http://schemas.microsoft.com/office/powerpoint/2010/main" val="3944286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56"/>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10</a:t>
            </a:fld>
            <a:endParaRPr/>
          </a:p>
        </p:txBody>
      </p:sp>
      <p:sp>
        <p:nvSpPr>
          <p:cNvPr id="261" name="Google Shape;261;p56"/>
          <p:cNvSpPr txBox="1"/>
          <p:nvPr/>
        </p:nvSpPr>
        <p:spPr>
          <a:xfrm>
            <a:off x="5858825" y="226075"/>
            <a:ext cx="3054300" cy="13287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lt1"/>
              </a:buClr>
              <a:buSzPts val="1400"/>
              <a:buFont typeface="Fira Sans"/>
              <a:buChar char="❏"/>
            </a:pPr>
            <a:r>
              <a:rPr lang="en">
                <a:solidFill>
                  <a:srgbClr val="00FF00"/>
                </a:solidFill>
                <a:latin typeface="Fira Sans"/>
                <a:ea typeface="Fira Sans"/>
                <a:cs typeface="Fira Sans"/>
                <a:sym typeface="Fira Sans"/>
              </a:rPr>
              <a:t>Layer normalization normalizes across the feature dimension,</a:t>
            </a:r>
            <a:r>
              <a:rPr lang="en">
                <a:solidFill>
                  <a:schemeClr val="lt1"/>
                </a:solidFill>
                <a:latin typeface="Fira Sans"/>
                <a:ea typeface="Fira Sans"/>
                <a:cs typeface="Fira Sans"/>
                <a:sym typeface="Fira Sans"/>
              </a:rPr>
              <a:t> thus enjoying benefits of scale independence and batch size independence.</a:t>
            </a:r>
            <a:br>
              <a:rPr lang="en">
                <a:solidFill>
                  <a:schemeClr val="lt1"/>
                </a:solidFill>
                <a:latin typeface="Fira Sans"/>
                <a:ea typeface="Fira Sans"/>
                <a:cs typeface="Fira Sans"/>
                <a:sym typeface="Fira Sans"/>
              </a:rPr>
            </a:br>
            <a:endParaRPr>
              <a:solidFill>
                <a:schemeClr val="lt1"/>
              </a:solidFill>
              <a:latin typeface="Fira Sans"/>
              <a:ea typeface="Fira Sans"/>
              <a:cs typeface="Fira Sans"/>
              <a:sym typeface="Fira Sans"/>
            </a:endParaRPr>
          </a:p>
          <a:p>
            <a:pPr marL="457200" lvl="0" indent="-330200" algn="l" rtl="0">
              <a:lnSpc>
                <a:spcPct val="163636"/>
              </a:lnSpc>
              <a:spcBef>
                <a:spcPts val="0"/>
              </a:spcBef>
              <a:spcAft>
                <a:spcPts val="0"/>
              </a:spcAft>
              <a:buClr>
                <a:schemeClr val="lt1"/>
              </a:buClr>
              <a:buSzPts val="1600"/>
              <a:buFont typeface="Fira Sans"/>
              <a:buChar char="❏"/>
            </a:pPr>
            <a:r>
              <a:rPr lang="en">
                <a:solidFill>
                  <a:schemeClr val="lt1"/>
                </a:solidFill>
                <a:latin typeface="Fira Sans"/>
                <a:ea typeface="Fira Sans"/>
                <a:cs typeface="Fira Sans"/>
                <a:sym typeface="Fira Sans"/>
              </a:rPr>
              <a:t>Batch normalization is usually empirically less effective than layer normalization in NLP tasks, where the inputs are often variable-length sequences.</a:t>
            </a:r>
            <a:endParaRPr>
              <a:solidFill>
                <a:schemeClr val="lt1"/>
              </a:solidFill>
              <a:latin typeface="Fira Sans"/>
              <a:ea typeface="Fira Sans"/>
              <a:cs typeface="Fira Sans"/>
              <a:sym typeface="Fira Sans"/>
            </a:endParaRPr>
          </a:p>
          <a:p>
            <a:pPr marL="457200" lvl="0" indent="0" algn="l" rtl="0">
              <a:lnSpc>
                <a:spcPct val="115000"/>
              </a:lnSpc>
              <a:spcBef>
                <a:spcPts val="1200"/>
              </a:spcBef>
              <a:spcAft>
                <a:spcPts val="0"/>
              </a:spcAft>
              <a:buNone/>
            </a:pPr>
            <a:endParaRPr>
              <a:solidFill>
                <a:schemeClr val="lt1"/>
              </a:solidFill>
              <a:latin typeface="Fira Sans"/>
              <a:ea typeface="Fira Sans"/>
              <a:cs typeface="Fira Sans"/>
              <a:sym typeface="Fira Sans"/>
            </a:endParaRPr>
          </a:p>
        </p:txBody>
      </p:sp>
      <p:pic>
        <p:nvPicPr>
          <p:cNvPr id="262" name="Google Shape;262;p56"/>
          <p:cNvPicPr preferRelativeResize="0"/>
          <p:nvPr/>
        </p:nvPicPr>
        <p:blipFill>
          <a:blip r:embed="rId3">
            <a:alphaModFix/>
          </a:blip>
          <a:stretch>
            <a:fillRect/>
          </a:stretch>
        </p:blipFill>
        <p:spPr>
          <a:xfrm>
            <a:off x="152400" y="152400"/>
            <a:ext cx="5279876" cy="439881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54"/>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11</a:t>
            </a:fld>
            <a:endParaRPr/>
          </a:p>
        </p:txBody>
      </p:sp>
      <p:sp>
        <p:nvSpPr>
          <p:cNvPr id="248" name="Google Shape;248;p54"/>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Encoder Layer - Closer Look</a:t>
            </a:r>
            <a:endParaRPr/>
          </a:p>
        </p:txBody>
      </p:sp>
      <p:pic>
        <p:nvPicPr>
          <p:cNvPr id="249" name="Google Shape;249;p54"/>
          <p:cNvPicPr preferRelativeResize="0"/>
          <p:nvPr/>
        </p:nvPicPr>
        <p:blipFill>
          <a:blip r:embed="rId3">
            <a:alphaModFix/>
          </a:blip>
          <a:stretch>
            <a:fillRect/>
          </a:stretch>
        </p:blipFill>
        <p:spPr>
          <a:xfrm>
            <a:off x="612633" y="712925"/>
            <a:ext cx="4082863" cy="41257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53"/>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Transformers - For the nth time!</a:t>
            </a:r>
            <a:endParaRPr/>
          </a:p>
        </p:txBody>
      </p:sp>
      <p:sp>
        <p:nvSpPr>
          <p:cNvPr id="241" name="Google Shape;241;p53"/>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12</a:t>
            </a:fld>
            <a:endParaRPr/>
          </a:p>
        </p:txBody>
      </p:sp>
      <p:pic>
        <p:nvPicPr>
          <p:cNvPr id="242" name="Google Shape;242;p53"/>
          <p:cNvPicPr preferRelativeResize="0"/>
          <p:nvPr/>
        </p:nvPicPr>
        <p:blipFill>
          <a:blip r:embed="rId3">
            <a:alphaModFix/>
          </a:blip>
          <a:stretch>
            <a:fillRect/>
          </a:stretch>
        </p:blipFill>
        <p:spPr>
          <a:xfrm>
            <a:off x="765033" y="865325"/>
            <a:ext cx="4915112" cy="4125776"/>
          </a:xfrm>
          <a:prstGeom prst="rect">
            <a:avLst/>
          </a:prstGeom>
          <a:noFill/>
          <a:ln>
            <a:noFill/>
          </a:ln>
        </p:spPr>
      </p:pic>
    </p:spTree>
    <p:extLst>
      <p:ext uri="{BB962C8B-B14F-4D97-AF65-F5344CB8AC3E}">
        <p14:creationId xmlns:p14="http://schemas.microsoft.com/office/powerpoint/2010/main" val="424676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Decoder Block</a:t>
            </a:r>
            <a:endParaRPr/>
          </a:p>
        </p:txBody>
      </p:sp>
      <p:sp>
        <p:nvSpPr>
          <p:cNvPr id="268" name="Google Shape;268;p57"/>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13</a:t>
            </a:fld>
            <a:endParaRPr/>
          </a:p>
        </p:txBody>
      </p:sp>
      <p:pic>
        <p:nvPicPr>
          <p:cNvPr id="2" name="Picture 1">
            <a:extLst>
              <a:ext uri="{FF2B5EF4-FFF2-40B4-BE49-F238E27FC236}">
                <a16:creationId xmlns:a16="http://schemas.microsoft.com/office/drawing/2014/main" id="{8474C8D4-6AAE-55D4-EFD2-9E1935CD0E72}"/>
              </a:ext>
            </a:extLst>
          </p:cNvPr>
          <p:cNvPicPr>
            <a:picLocks noChangeAspect="1"/>
          </p:cNvPicPr>
          <p:nvPr/>
        </p:nvPicPr>
        <p:blipFill>
          <a:blip r:embed="rId3"/>
          <a:stretch>
            <a:fillRect/>
          </a:stretch>
        </p:blipFill>
        <p:spPr>
          <a:xfrm>
            <a:off x="375700" y="1450428"/>
            <a:ext cx="6576742" cy="3248045"/>
          </a:xfrm>
          <a:prstGeom prst="rect">
            <a:avLst/>
          </a:prstGeom>
        </p:spPr>
      </p:pic>
    </p:spTree>
    <p:extLst>
      <p:ext uri="{BB962C8B-B14F-4D97-AF65-F5344CB8AC3E}">
        <p14:creationId xmlns:p14="http://schemas.microsoft.com/office/powerpoint/2010/main" val="3526460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Decoder Block</a:t>
            </a:r>
            <a:endParaRPr/>
          </a:p>
        </p:txBody>
      </p:sp>
      <p:sp>
        <p:nvSpPr>
          <p:cNvPr id="268" name="Google Shape;268;p57"/>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14</a:t>
            </a:fld>
            <a:endParaRPr/>
          </a:p>
        </p:txBody>
      </p:sp>
      <p:pic>
        <p:nvPicPr>
          <p:cNvPr id="3" name="Picture 2">
            <a:extLst>
              <a:ext uri="{FF2B5EF4-FFF2-40B4-BE49-F238E27FC236}">
                <a16:creationId xmlns:a16="http://schemas.microsoft.com/office/drawing/2014/main" id="{7B199740-685B-708C-4943-A991740F589C}"/>
              </a:ext>
            </a:extLst>
          </p:cNvPr>
          <p:cNvPicPr>
            <a:picLocks noChangeAspect="1"/>
          </p:cNvPicPr>
          <p:nvPr/>
        </p:nvPicPr>
        <p:blipFill>
          <a:blip r:embed="rId3"/>
          <a:stretch>
            <a:fillRect/>
          </a:stretch>
        </p:blipFill>
        <p:spPr>
          <a:xfrm>
            <a:off x="338283" y="1017725"/>
            <a:ext cx="7029469" cy="3636425"/>
          </a:xfrm>
          <a:prstGeom prst="rect">
            <a:avLst/>
          </a:prstGeom>
        </p:spPr>
      </p:pic>
    </p:spTree>
    <p:extLst>
      <p:ext uri="{BB962C8B-B14F-4D97-AF65-F5344CB8AC3E}">
        <p14:creationId xmlns:p14="http://schemas.microsoft.com/office/powerpoint/2010/main" val="2684857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Decoder Block</a:t>
            </a:r>
            <a:endParaRPr dirty="0"/>
          </a:p>
        </p:txBody>
      </p:sp>
      <p:sp>
        <p:nvSpPr>
          <p:cNvPr id="268" name="Google Shape;268;p57"/>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15</a:t>
            </a:fld>
            <a:endParaRPr/>
          </a:p>
        </p:txBody>
      </p:sp>
      <p:pic>
        <p:nvPicPr>
          <p:cNvPr id="2" name="Picture 1">
            <a:extLst>
              <a:ext uri="{FF2B5EF4-FFF2-40B4-BE49-F238E27FC236}">
                <a16:creationId xmlns:a16="http://schemas.microsoft.com/office/drawing/2014/main" id="{6C8171CD-7F5E-38AB-96B8-BDDC063AC603}"/>
              </a:ext>
            </a:extLst>
          </p:cNvPr>
          <p:cNvPicPr>
            <a:picLocks noChangeAspect="1"/>
          </p:cNvPicPr>
          <p:nvPr/>
        </p:nvPicPr>
        <p:blipFill>
          <a:blip r:embed="rId3"/>
          <a:stretch>
            <a:fillRect/>
          </a:stretch>
        </p:blipFill>
        <p:spPr>
          <a:xfrm>
            <a:off x="6117347" y="0"/>
            <a:ext cx="2474363" cy="5143500"/>
          </a:xfrm>
          <a:prstGeom prst="rect">
            <a:avLst/>
          </a:prstGeom>
        </p:spPr>
      </p:pic>
      <p:sp>
        <p:nvSpPr>
          <p:cNvPr id="3" name="Google Shape;267;p57">
            <a:extLst>
              <a:ext uri="{FF2B5EF4-FFF2-40B4-BE49-F238E27FC236}">
                <a16:creationId xmlns:a16="http://schemas.microsoft.com/office/drawing/2014/main" id="{2E9060B9-423F-AACE-2EAB-DBD5E48095D0}"/>
              </a:ext>
            </a:extLst>
          </p:cNvPr>
          <p:cNvSpPr txBox="1">
            <a:spLocks/>
          </p:cNvSpPr>
          <p:nvPr/>
        </p:nvSpPr>
        <p:spPr>
          <a:xfrm>
            <a:off x="338283" y="1017725"/>
            <a:ext cx="5423420" cy="35149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3896D2"/>
              </a:buClr>
              <a:buSzPts val="2800"/>
              <a:buFont typeface="Fira Sans"/>
              <a:buNone/>
              <a:defRPr sz="2800" b="0" i="0" u="none" strike="noStrike" cap="none">
                <a:solidFill>
                  <a:srgbClr val="3896D2"/>
                </a:solidFill>
                <a:latin typeface="Fira Sans"/>
                <a:ea typeface="Fira Sans"/>
                <a:cs typeface="Fira Sans"/>
                <a:sym typeface="Fira Sans"/>
              </a:defRPr>
            </a:lvl1pPr>
            <a:lvl2pPr marR="0" lvl="1"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2pPr>
            <a:lvl3pPr marR="0" lvl="2"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3pPr>
            <a:lvl4pPr marR="0" lvl="3"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4pPr>
            <a:lvl5pPr marR="0" lvl="4"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5pPr>
            <a:lvl6pPr marR="0" lvl="5"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6pPr>
            <a:lvl7pPr marR="0" lvl="6"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7pPr>
            <a:lvl8pPr marR="0" lvl="7"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8pPr>
            <a:lvl9pPr marR="0" lvl="8"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9pPr>
          </a:lstStyle>
          <a:p>
            <a:r>
              <a:rPr lang="en-US" sz="1600" b="0" i="0" dirty="0">
                <a:solidFill>
                  <a:schemeClr val="bg1"/>
                </a:solidFill>
                <a:effectLst/>
                <a:latin typeface="Calibri" panose="020F0502020204030204" pitchFamily="34" charset="0"/>
                <a:cs typeface="Calibri" panose="020F0502020204030204" pitchFamily="34" charset="0"/>
              </a:rPr>
              <a:t>The decoder’s job is to generate text sequences. </a:t>
            </a:r>
          </a:p>
          <a:p>
            <a:endParaRPr lang="en-US" sz="1600" b="0" i="0" dirty="0">
              <a:solidFill>
                <a:schemeClr val="bg1"/>
              </a:solidFill>
              <a:effectLst/>
              <a:latin typeface="Calibri" panose="020F0502020204030204" pitchFamily="34" charset="0"/>
              <a:cs typeface="Calibri" panose="020F0502020204030204" pitchFamily="34" charset="0"/>
            </a:endParaRPr>
          </a:p>
          <a:p>
            <a:r>
              <a:rPr lang="en-US" sz="1600" b="0" i="0" dirty="0">
                <a:solidFill>
                  <a:schemeClr val="bg1"/>
                </a:solidFill>
                <a:effectLst/>
                <a:latin typeface="Calibri" panose="020F0502020204030204" pitchFamily="34" charset="0"/>
                <a:cs typeface="Calibri" panose="020F0502020204030204" pitchFamily="34" charset="0"/>
              </a:rPr>
              <a:t>Every decoder layer has:</a:t>
            </a:r>
          </a:p>
          <a:p>
            <a:pPr marL="285750" indent="-285750">
              <a:buFont typeface="Arial" panose="020B0604020202020204" pitchFamily="34" charset="0"/>
              <a:buChar char="•"/>
            </a:pPr>
            <a:r>
              <a:rPr lang="en-US" sz="1600" b="0" i="0" dirty="0">
                <a:solidFill>
                  <a:schemeClr val="bg1"/>
                </a:solidFill>
                <a:effectLst/>
                <a:latin typeface="Calibri" panose="020F0502020204030204" pitchFamily="34" charset="0"/>
                <a:cs typeface="Calibri" panose="020F0502020204030204" pitchFamily="34" charset="0"/>
              </a:rPr>
              <a:t>two multi-headed attention sub-layers, </a:t>
            </a:r>
          </a:p>
          <a:p>
            <a:pPr marL="285750" indent="-285750">
              <a:buFont typeface="Arial" panose="020B0604020202020204" pitchFamily="34" charset="0"/>
              <a:buChar char="•"/>
            </a:pPr>
            <a:r>
              <a:rPr lang="en-US" sz="1600" b="0" i="0" dirty="0">
                <a:solidFill>
                  <a:schemeClr val="bg1"/>
                </a:solidFill>
                <a:effectLst/>
                <a:latin typeface="Calibri" panose="020F0502020204030204" pitchFamily="34" charset="0"/>
                <a:cs typeface="Calibri" panose="020F0502020204030204" pitchFamily="34" charset="0"/>
              </a:rPr>
              <a:t>a pointwise feed-forward layer, </a:t>
            </a:r>
          </a:p>
          <a:p>
            <a:pPr marL="285750" indent="-285750">
              <a:buFont typeface="Arial" panose="020B0604020202020204" pitchFamily="34" charset="0"/>
              <a:buChar char="•"/>
            </a:pPr>
            <a:r>
              <a:rPr lang="en-US" sz="1600" b="0" i="0" dirty="0">
                <a:solidFill>
                  <a:schemeClr val="bg1"/>
                </a:solidFill>
                <a:effectLst/>
                <a:latin typeface="Calibri" panose="020F0502020204030204" pitchFamily="34" charset="0"/>
                <a:cs typeface="Calibri" panose="020F0502020204030204" pitchFamily="34" charset="0"/>
              </a:rPr>
              <a:t>residual connections, </a:t>
            </a:r>
          </a:p>
          <a:p>
            <a:pPr marL="285750" indent="-285750">
              <a:buFont typeface="Arial" panose="020B0604020202020204" pitchFamily="34" charset="0"/>
              <a:buChar char="•"/>
            </a:pPr>
            <a:r>
              <a:rPr lang="en-US" sz="1600" b="0" i="0" dirty="0">
                <a:solidFill>
                  <a:schemeClr val="bg1"/>
                </a:solidFill>
                <a:effectLst/>
                <a:latin typeface="Calibri" panose="020F0502020204030204" pitchFamily="34" charset="0"/>
                <a:cs typeface="Calibri" panose="020F0502020204030204" pitchFamily="34" charset="0"/>
              </a:rPr>
              <a:t>layer normalization. </a:t>
            </a:r>
          </a:p>
          <a:p>
            <a:endParaRPr lang="en-US" sz="1600" b="0" i="0" dirty="0">
              <a:solidFill>
                <a:schemeClr val="bg1"/>
              </a:solidFill>
              <a:effectLst/>
              <a:latin typeface="Calibri" panose="020F0502020204030204" pitchFamily="34" charset="0"/>
              <a:cs typeface="Calibri" panose="020F0502020204030204" pitchFamily="34" charset="0"/>
            </a:endParaRPr>
          </a:p>
          <a:p>
            <a:r>
              <a:rPr lang="en-US" sz="1600" b="0" i="0" dirty="0">
                <a:solidFill>
                  <a:schemeClr val="bg1"/>
                </a:solidFill>
                <a:effectLst/>
                <a:latin typeface="Calibri" panose="020F0502020204030204" pitchFamily="34" charset="0"/>
                <a:cs typeface="Calibri" panose="020F0502020204030204" pitchFamily="34" charset="0"/>
              </a:rPr>
              <a:t>The decoder block is capped off with a linear layer that acts as a classifier, and a </a:t>
            </a:r>
            <a:r>
              <a:rPr lang="en-US" sz="1600" b="0" i="0" dirty="0" err="1">
                <a:solidFill>
                  <a:schemeClr val="bg1"/>
                </a:solidFill>
                <a:effectLst/>
                <a:latin typeface="Calibri" panose="020F0502020204030204" pitchFamily="34" charset="0"/>
                <a:cs typeface="Calibri" panose="020F0502020204030204" pitchFamily="34" charset="0"/>
              </a:rPr>
              <a:t>softmax</a:t>
            </a:r>
            <a:r>
              <a:rPr lang="en-US" sz="1600" b="0" i="0" dirty="0">
                <a:solidFill>
                  <a:schemeClr val="bg1"/>
                </a:solidFill>
                <a:effectLst/>
                <a:latin typeface="Calibri" panose="020F0502020204030204" pitchFamily="34" charset="0"/>
                <a:cs typeface="Calibri" panose="020F0502020204030204" pitchFamily="34" charset="0"/>
              </a:rPr>
              <a:t> to get the word probabilities. </a:t>
            </a:r>
          </a:p>
          <a:p>
            <a:endParaRPr lang="en-US" sz="1600" dirty="0">
              <a:solidFill>
                <a:schemeClr val="bg1"/>
              </a:solidFill>
              <a:latin typeface="Calibri" panose="020F0502020204030204" pitchFamily="34" charset="0"/>
              <a:cs typeface="Calibri" panose="020F0502020204030204" pitchFamily="34" charset="0"/>
            </a:endParaRPr>
          </a:p>
          <a:p>
            <a:r>
              <a:rPr lang="en-US" sz="1600" b="0" i="0" dirty="0">
                <a:solidFill>
                  <a:schemeClr val="bg1"/>
                </a:solidFill>
                <a:effectLst/>
                <a:latin typeface="Calibri" panose="020F0502020204030204" pitchFamily="34" charset="0"/>
                <a:cs typeface="Calibri" panose="020F0502020204030204" pitchFamily="34" charset="0"/>
              </a:rPr>
              <a:t>The decoder is autoregressive, it begins with a start token, and it takes in a list of previous outputs as inputs, as well as the encoder outputs that contain the attention information from the input.</a:t>
            </a:r>
          </a:p>
          <a:p>
            <a:endParaRPr lang="en-US" sz="1600" dirty="0">
              <a:solidFill>
                <a:schemeClr val="bg1"/>
              </a:solidFill>
              <a:latin typeface="Calibri" panose="020F0502020204030204" pitchFamily="34" charset="0"/>
              <a:cs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Decoder Block</a:t>
            </a:r>
            <a:endParaRPr dirty="0"/>
          </a:p>
        </p:txBody>
      </p:sp>
      <p:sp>
        <p:nvSpPr>
          <p:cNvPr id="268" name="Google Shape;268;p57"/>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16</a:t>
            </a:fld>
            <a:endParaRPr/>
          </a:p>
        </p:txBody>
      </p:sp>
      <p:pic>
        <p:nvPicPr>
          <p:cNvPr id="4" name="Picture 3">
            <a:extLst>
              <a:ext uri="{FF2B5EF4-FFF2-40B4-BE49-F238E27FC236}">
                <a16:creationId xmlns:a16="http://schemas.microsoft.com/office/drawing/2014/main" id="{34E1AEB3-B5C0-DA65-7346-FC2434579423}"/>
              </a:ext>
            </a:extLst>
          </p:cNvPr>
          <p:cNvPicPr>
            <a:picLocks noChangeAspect="1"/>
          </p:cNvPicPr>
          <p:nvPr/>
        </p:nvPicPr>
        <p:blipFill>
          <a:blip r:embed="rId3"/>
          <a:stretch>
            <a:fillRect/>
          </a:stretch>
        </p:blipFill>
        <p:spPr>
          <a:xfrm>
            <a:off x="1632154" y="930771"/>
            <a:ext cx="6826045" cy="3810198"/>
          </a:xfrm>
          <a:prstGeom prst="rect">
            <a:avLst/>
          </a:prstGeom>
        </p:spPr>
      </p:pic>
    </p:spTree>
    <p:extLst>
      <p:ext uri="{BB962C8B-B14F-4D97-AF65-F5344CB8AC3E}">
        <p14:creationId xmlns:p14="http://schemas.microsoft.com/office/powerpoint/2010/main" val="3087862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Decoder Block</a:t>
            </a:r>
            <a:endParaRPr/>
          </a:p>
        </p:txBody>
      </p:sp>
      <p:sp>
        <p:nvSpPr>
          <p:cNvPr id="268" name="Google Shape;268;p57"/>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17</a:t>
            </a:fld>
            <a:endParaRPr/>
          </a:p>
        </p:txBody>
      </p:sp>
      <p:sp>
        <p:nvSpPr>
          <p:cNvPr id="2" name="Google Shape;267;p57">
            <a:extLst>
              <a:ext uri="{FF2B5EF4-FFF2-40B4-BE49-F238E27FC236}">
                <a16:creationId xmlns:a16="http://schemas.microsoft.com/office/drawing/2014/main" id="{5C84279C-0321-1746-1AF2-8895497E881A}"/>
              </a:ext>
            </a:extLst>
          </p:cNvPr>
          <p:cNvSpPr txBox="1">
            <a:spLocks/>
          </p:cNvSpPr>
          <p:nvPr/>
        </p:nvSpPr>
        <p:spPr>
          <a:xfrm>
            <a:off x="338283" y="1017725"/>
            <a:ext cx="4791354" cy="35149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3896D2"/>
              </a:buClr>
              <a:buSzPts val="2800"/>
              <a:buFont typeface="Fira Sans"/>
              <a:buNone/>
              <a:defRPr sz="2800" b="0" i="0" u="none" strike="noStrike" cap="none">
                <a:solidFill>
                  <a:srgbClr val="3896D2"/>
                </a:solidFill>
                <a:latin typeface="Fira Sans"/>
                <a:ea typeface="Fira Sans"/>
                <a:cs typeface="Fira Sans"/>
                <a:sym typeface="Fira Sans"/>
              </a:defRPr>
            </a:lvl1pPr>
            <a:lvl2pPr marR="0" lvl="1"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2pPr>
            <a:lvl3pPr marR="0" lvl="2"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3pPr>
            <a:lvl4pPr marR="0" lvl="3"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4pPr>
            <a:lvl5pPr marR="0" lvl="4"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5pPr>
            <a:lvl6pPr marR="0" lvl="5"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6pPr>
            <a:lvl7pPr marR="0" lvl="6"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7pPr>
            <a:lvl8pPr marR="0" lvl="7"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8pPr>
            <a:lvl9pPr marR="0" lvl="8" algn="l" rtl="0">
              <a:lnSpc>
                <a:spcPct val="100000"/>
              </a:lnSpc>
              <a:spcBef>
                <a:spcPts val="0"/>
              </a:spcBef>
              <a:spcAft>
                <a:spcPts val="0"/>
              </a:spcAft>
              <a:buClr>
                <a:schemeClr val="dk1"/>
              </a:buClr>
              <a:buSzPts val="2800"/>
              <a:buFont typeface="Fira Sans"/>
              <a:buNone/>
              <a:defRPr sz="2800" b="0" i="0" u="none" strike="noStrike" cap="none">
                <a:solidFill>
                  <a:schemeClr val="dk1"/>
                </a:solidFill>
                <a:latin typeface="Fira Sans"/>
                <a:ea typeface="Fira Sans"/>
                <a:cs typeface="Fira Sans"/>
                <a:sym typeface="Fira Sans"/>
              </a:defRPr>
            </a:lvl9pPr>
          </a:lstStyle>
          <a:p>
            <a:r>
              <a:rPr lang="en-US" sz="1800" b="0" i="0" dirty="0">
                <a:solidFill>
                  <a:schemeClr val="bg1"/>
                </a:solidFill>
                <a:effectLst/>
                <a:latin typeface="Calibri" panose="020F0502020204030204" pitchFamily="34" charset="0"/>
                <a:cs typeface="Calibri" panose="020F0502020204030204" pitchFamily="34" charset="0"/>
              </a:rPr>
              <a:t>The decoder has two </a:t>
            </a:r>
            <a:r>
              <a:rPr lang="en-US" sz="1800" b="1" i="0" dirty="0">
                <a:solidFill>
                  <a:schemeClr val="bg1"/>
                </a:solidFill>
                <a:effectLst/>
                <a:latin typeface="Calibri" panose="020F0502020204030204" pitchFamily="34" charset="0"/>
                <a:cs typeface="Calibri" panose="020F0502020204030204" pitchFamily="34" charset="0"/>
              </a:rPr>
              <a:t>attention</a:t>
            </a:r>
            <a:r>
              <a:rPr lang="en-US" sz="1800" b="0" i="0" dirty="0">
                <a:solidFill>
                  <a:schemeClr val="bg1"/>
                </a:solidFill>
                <a:effectLst/>
                <a:latin typeface="Calibri" panose="020F0502020204030204" pitchFamily="34" charset="0"/>
                <a:cs typeface="Calibri" panose="020F0502020204030204" pitchFamily="34" charset="0"/>
              </a:rPr>
              <a:t> sublayers:</a:t>
            </a:r>
          </a:p>
          <a:p>
            <a:endParaRPr lang="en-US" sz="1600" dirty="0">
              <a:solidFill>
                <a:schemeClr val="bg1"/>
              </a:solidFill>
              <a:latin typeface="Calibri" panose="020F0502020204030204" pitchFamily="34" charset="0"/>
              <a:cs typeface="Calibri" panose="020F0502020204030204" pitchFamily="34" charset="0"/>
            </a:endParaRPr>
          </a:p>
          <a:p>
            <a:pPr marL="342900" indent="-342900">
              <a:buFont typeface="+mj-lt"/>
              <a:buAutoNum type="arabicPeriod"/>
            </a:pPr>
            <a:r>
              <a:rPr lang="en-US" sz="2000" b="1" i="0" dirty="0">
                <a:solidFill>
                  <a:schemeClr val="bg1"/>
                </a:solidFill>
                <a:effectLst/>
                <a:latin typeface="Calibri" panose="020F0502020204030204" pitchFamily="34" charset="0"/>
                <a:cs typeface="Calibri" panose="020F0502020204030204" pitchFamily="34" charset="0"/>
              </a:rPr>
              <a:t>Masked multi-head self attention layer</a:t>
            </a:r>
            <a:r>
              <a:rPr lang="en-US" sz="2000" b="0" i="0" dirty="0">
                <a:solidFill>
                  <a:schemeClr val="bg1"/>
                </a:solidFill>
                <a:effectLst/>
                <a:latin typeface="Calibri" panose="020F0502020204030204" pitchFamily="34" charset="0"/>
                <a:cs typeface="Calibri" panose="020F0502020204030204" pitchFamily="34" charset="0"/>
              </a:rPr>
              <a:t>: ensuring tokens we generate at each step are only based on the past outputs and the current token. </a:t>
            </a:r>
          </a:p>
          <a:p>
            <a:pPr marL="342900" indent="-342900">
              <a:buFont typeface="+mj-lt"/>
              <a:buAutoNum type="arabicPeriod"/>
            </a:pPr>
            <a:endParaRPr lang="en-US" sz="1600" dirty="0">
              <a:solidFill>
                <a:schemeClr val="bg1"/>
              </a:solidFill>
              <a:latin typeface="Calibri" panose="020F0502020204030204" pitchFamily="34" charset="0"/>
              <a:cs typeface="Calibri" panose="020F0502020204030204" pitchFamily="34" charset="0"/>
            </a:endParaRPr>
          </a:p>
          <a:p>
            <a:pPr marL="342900" indent="-342900">
              <a:buFont typeface="+mj-lt"/>
              <a:buAutoNum type="arabicPeriod"/>
            </a:pPr>
            <a:r>
              <a:rPr lang="en-US" sz="2000" b="1" i="0" dirty="0">
                <a:solidFill>
                  <a:schemeClr val="bg1"/>
                </a:solidFill>
                <a:effectLst/>
                <a:latin typeface="Calibri" panose="020F0502020204030204" pitchFamily="34" charset="0"/>
                <a:cs typeface="Calibri" panose="020F0502020204030204" pitchFamily="34" charset="0"/>
              </a:rPr>
              <a:t>Encoder-decoder attention layer: </a:t>
            </a:r>
            <a:r>
              <a:rPr lang="en-US" sz="2000" b="0" i="0" dirty="0">
                <a:solidFill>
                  <a:schemeClr val="bg1"/>
                </a:solidFill>
                <a:effectLst/>
                <a:latin typeface="Calibri" panose="020F0502020204030204" pitchFamily="34" charset="0"/>
                <a:cs typeface="Calibri" panose="020F0502020204030204" pitchFamily="34" charset="0"/>
              </a:rPr>
              <a:t>outputs of last encoder act as key, value and the intermediate representation of the decoder act as queries.</a:t>
            </a:r>
          </a:p>
          <a:p>
            <a:r>
              <a:rPr lang="en-US" sz="1600" b="0" i="0" dirty="0">
                <a:solidFill>
                  <a:schemeClr val="bg1"/>
                </a:solidFill>
                <a:effectLst/>
                <a:latin typeface="Calibri" panose="020F0502020204030204" pitchFamily="34" charset="0"/>
                <a:cs typeface="Calibri" panose="020F0502020204030204" pitchFamily="34" charset="0"/>
              </a:rPr>
              <a:t> </a:t>
            </a:r>
          </a:p>
          <a:p>
            <a:endParaRPr lang="en-US" sz="1600" b="0" i="0" dirty="0">
              <a:solidFill>
                <a:schemeClr val="bg1"/>
              </a:solidFill>
              <a:effectLst/>
              <a:latin typeface="Calibri" panose="020F0502020204030204" pitchFamily="34" charset="0"/>
              <a:cs typeface="Calibri" panose="020F0502020204030204" pitchFamily="34" charset="0"/>
            </a:endParaRPr>
          </a:p>
          <a:p>
            <a:endParaRPr lang="en-US" sz="1600" dirty="0">
              <a:solidFill>
                <a:schemeClr val="bg1"/>
              </a:solidFill>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33586237-D4BC-933C-A17E-D2843840DD60}"/>
              </a:ext>
            </a:extLst>
          </p:cNvPr>
          <p:cNvPicPr>
            <a:picLocks noChangeAspect="1"/>
          </p:cNvPicPr>
          <p:nvPr/>
        </p:nvPicPr>
        <p:blipFill>
          <a:blip r:embed="rId3"/>
          <a:stretch>
            <a:fillRect/>
          </a:stretch>
        </p:blipFill>
        <p:spPr>
          <a:xfrm>
            <a:off x="5374011" y="851002"/>
            <a:ext cx="3360519" cy="3441495"/>
          </a:xfrm>
          <a:prstGeom prst="rect">
            <a:avLst/>
          </a:prstGeom>
        </p:spPr>
      </p:pic>
      <p:sp>
        <p:nvSpPr>
          <p:cNvPr id="4" name="Rectangle 3">
            <a:extLst>
              <a:ext uri="{FF2B5EF4-FFF2-40B4-BE49-F238E27FC236}">
                <a16:creationId xmlns:a16="http://schemas.microsoft.com/office/drawing/2014/main" id="{D94FE2EB-616F-2B5F-45AD-CD3D19CACFA4}"/>
              </a:ext>
            </a:extLst>
          </p:cNvPr>
          <p:cNvSpPr/>
          <p:nvPr/>
        </p:nvSpPr>
        <p:spPr>
          <a:xfrm>
            <a:off x="5712166" y="2964665"/>
            <a:ext cx="2684207" cy="27530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AC494AF-42BF-B3D9-31E2-5523D023EBDC}"/>
              </a:ext>
            </a:extLst>
          </p:cNvPr>
          <p:cNvSpPr/>
          <p:nvPr/>
        </p:nvSpPr>
        <p:spPr>
          <a:xfrm>
            <a:off x="5805948" y="3583858"/>
            <a:ext cx="2684207" cy="27530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25950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58"/>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18</a:t>
            </a:fld>
            <a:endParaRPr/>
          </a:p>
        </p:txBody>
      </p:sp>
      <p:pic>
        <p:nvPicPr>
          <p:cNvPr id="276" name="Google Shape;276;p58"/>
          <p:cNvPicPr preferRelativeResize="0"/>
          <p:nvPr/>
        </p:nvPicPr>
        <p:blipFill>
          <a:blip r:embed="rId3">
            <a:alphaModFix/>
          </a:blip>
          <a:stretch>
            <a:fillRect/>
          </a:stretch>
        </p:blipFill>
        <p:spPr>
          <a:xfrm>
            <a:off x="765027" y="152400"/>
            <a:ext cx="3287500" cy="3424200"/>
          </a:xfrm>
          <a:prstGeom prst="rect">
            <a:avLst/>
          </a:prstGeom>
          <a:noFill/>
          <a:ln>
            <a:noFill/>
          </a:ln>
        </p:spPr>
      </p:pic>
      <p:pic>
        <p:nvPicPr>
          <p:cNvPr id="277" name="Google Shape;277;p58"/>
          <p:cNvPicPr preferRelativeResize="0"/>
          <p:nvPr/>
        </p:nvPicPr>
        <p:blipFill>
          <a:blip r:embed="rId4">
            <a:alphaModFix/>
          </a:blip>
          <a:stretch>
            <a:fillRect/>
          </a:stretch>
        </p:blipFill>
        <p:spPr>
          <a:xfrm>
            <a:off x="4204927" y="152400"/>
            <a:ext cx="4786675" cy="2437823"/>
          </a:xfrm>
          <a:prstGeom prst="rect">
            <a:avLst/>
          </a:prstGeom>
          <a:noFill/>
          <a:ln>
            <a:noFill/>
          </a:ln>
        </p:spPr>
      </p:pic>
      <p:sp>
        <p:nvSpPr>
          <p:cNvPr id="278" name="Google Shape;278;p58"/>
          <p:cNvSpPr txBox="1">
            <a:spLocks noGrp="1"/>
          </p:cNvSpPr>
          <p:nvPr>
            <p:ph type="title"/>
          </p:nvPr>
        </p:nvSpPr>
        <p:spPr>
          <a:xfrm>
            <a:off x="311700" y="39502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Illustrations from </a:t>
            </a:r>
            <a:r>
              <a:rPr lang="en" sz="1600">
                <a:solidFill>
                  <a:srgbClr val="00FF00"/>
                </a:solidFill>
              </a:rPr>
              <a:t>Attention is all you need (Vaswani et al)</a:t>
            </a:r>
            <a:endParaRPr sz="1600">
              <a:solidFill>
                <a:srgbClr val="00FF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59"/>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19</a:t>
            </a:fld>
            <a:endParaRPr/>
          </a:p>
        </p:txBody>
      </p:sp>
      <p:sp>
        <p:nvSpPr>
          <p:cNvPr id="284" name="Google Shape;284;p59"/>
          <p:cNvSpPr txBox="1"/>
          <p:nvPr/>
        </p:nvSpPr>
        <p:spPr>
          <a:xfrm>
            <a:off x="726675" y="1578250"/>
            <a:ext cx="7573200" cy="231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chemeClr val="lt1"/>
                </a:solidFill>
                <a:latin typeface="Fira Sans"/>
                <a:ea typeface="Fira Sans"/>
                <a:cs typeface="Fira Sans"/>
                <a:sym typeface="Fira Sans"/>
              </a:rPr>
              <a:t>            Why did the LLMs take the world by storm?</a:t>
            </a:r>
            <a:endParaRPr sz="2400">
              <a:solidFill>
                <a:schemeClr val="lt1"/>
              </a:solidFill>
              <a:latin typeface="Fira Sans"/>
              <a:ea typeface="Fira Sans"/>
              <a:cs typeface="Fira Sans"/>
              <a:sym typeface="Fira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60"/>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20</a:t>
            </a:fld>
            <a:endParaRPr/>
          </a:p>
        </p:txBody>
      </p:sp>
      <p:pic>
        <p:nvPicPr>
          <p:cNvPr id="290" name="Google Shape;290;p60"/>
          <p:cNvPicPr preferRelativeResize="0"/>
          <p:nvPr/>
        </p:nvPicPr>
        <p:blipFill>
          <a:blip r:embed="rId3">
            <a:alphaModFix/>
          </a:blip>
          <a:stretch>
            <a:fillRect/>
          </a:stretch>
        </p:blipFill>
        <p:spPr>
          <a:xfrm>
            <a:off x="1140200" y="134500"/>
            <a:ext cx="5297700" cy="2461576"/>
          </a:xfrm>
          <a:prstGeom prst="rect">
            <a:avLst/>
          </a:prstGeom>
          <a:noFill/>
          <a:ln>
            <a:noFill/>
          </a:ln>
        </p:spPr>
      </p:pic>
      <p:sp>
        <p:nvSpPr>
          <p:cNvPr id="291" name="Google Shape;291;p60"/>
          <p:cNvSpPr txBox="1"/>
          <p:nvPr/>
        </p:nvSpPr>
        <p:spPr>
          <a:xfrm>
            <a:off x="783450" y="2573150"/>
            <a:ext cx="7028400" cy="6927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lt1"/>
              </a:buClr>
              <a:buSzPts val="1600"/>
              <a:buFont typeface="Fira Sans"/>
              <a:buChar char="❏"/>
            </a:pPr>
            <a:r>
              <a:rPr lang="en" sz="1600">
                <a:solidFill>
                  <a:schemeClr val="lt1"/>
                </a:solidFill>
                <a:latin typeface="Roboto"/>
                <a:ea typeface="Roboto"/>
                <a:cs typeface="Roboto"/>
                <a:sym typeface="Roboto"/>
              </a:rPr>
              <a:t>computational complexity, sequential operations, and maximum path lengths if we are mapping a sequence of length n to length n ?</a:t>
            </a:r>
            <a:br>
              <a:rPr lang="en" sz="1600">
                <a:solidFill>
                  <a:schemeClr val="lt1"/>
                </a:solidFill>
                <a:latin typeface="Roboto"/>
                <a:ea typeface="Roboto"/>
                <a:cs typeface="Roboto"/>
                <a:sym typeface="Roboto"/>
              </a:rPr>
            </a:br>
            <a:endParaRPr sz="1600">
              <a:solidFill>
                <a:schemeClr val="lt1"/>
              </a:solidFill>
              <a:latin typeface="Roboto"/>
              <a:ea typeface="Roboto"/>
              <a:cs typeface="Roboto"/>
              <a:sym typeface="Roboto"/>
            </a:endParaRPr>
          </a:p>
          <a:p>
            <a:pPr marL="457200" lvl="0" indent="-330200" algn="l" rtl="0">
              <a:spcBef>
                <a:spcPts val="0"/>
              </a:spcBef>
              <a:spcAft>
                <a:spcPts val="0"/>
              </a:spcAft>
              <a:buClr>
                <a:schemeClr val="lt1"/>
              </a:buClr>
              <a:buSzPts val="1600"/>
              <a:buFont typeface="Fira Sans"/>
              <a:buChar char="❏"/>
            </a:pPr>
            <a:r>
              <a:rPr lang="en" sz="1600">
                <a:solidFill>
                  <a:schemeClr val="lt1"/>
                </a:solidFill>
                <a:latin typeface="Roboto"/>
                <a:ea typeface="Roboto"/>
                <a:cs typeface="Roboto"/>
                <a:sym typeface="Roboto"/>
              </a:rPr>
              <a:t>dimensional of the hidden state - d</a:t>
            </a:r>
            <a:br>
              <a:rPr lang="en" sz="1600">
                <a:solidFill>
                  <a:schemeClr val="lt1"/>
                </a:solidFill>
                <a:latin typeface="Roboto"/>
                <a:ea typeface="Roboto"/>
                <a:cs typeface="Roboto"/>
                <a:sym typeface="Roboto"/>
              </a:rPr>
            </a:br>
            <a:endParaRPr sz="1600">
              <a:solidFill>
                <a:schemeClr val="lt1"/>
              </a:solidFill>
              <a:latin typeface="Roboto"/>
              <a:ea typeface="Roboto"/>
              <a:cs typeface="Roboto"/>
              <a:sym typeface="Roboto"/>
            </a:endParaRPr>
          </a:p>
          <a:p>
            <a:pPr marL="457200" lvl="0" indent="-330200" algn="l" rtl="0">
              <a:spcBef>
                <a:spcPts val="0"/>
              </a:spcBef>
              <a:spcAft>
                <a:spcPts val="0"/>
              </a:spcAft>
              <a:buClr>
                <a:schemeClr val="lt1"/>
              </a:buClr>
              <a:buSzPts val="1600"/>
              <a:buFont typeface="Roboto"/>
              <a:buChar char="❏"/>
            </a:pPr>
            <a:r>
              <a:rPr lang="en" sz="1600">
                <a:solidFill>
                  <a:schemeClr val="lt1"/>
                </a:solidFill>
                <a:latin typeface="Roboto"/>
                <a:ea typeface="Roboto"/>
                <a:cs typeface="Roboto"/>
                <a:sym typeface="Roboto"/>
              </a:rPr>
              <a:t>Transformers —&gt; not sequential and can be parallelized, maximum path length O(1),  computational complexity </a:t>
            </a:r>
            <a:br>
              <a:rPr lang="en" sz="1600">
                <a:solidFill>
                  <a:schemeClr val="lt1"/>
                </a:solidFill>
                <a:latin typeface="Roboto"/>
                <a:ea typeface="Roboto"/>
                <a:cs typeface="Roboto"/>
                <a:sym typeface="Roboto"/>
              </a:rPr>
            </a:br>
            <a:endParaRPr sz="1600">
              <a:solidFill>
                <a:schemeClr val="lt1"/>
              </a:solidFill>
              <a:latin typeface="Roboto"/>
              <a:ea typeface="Roboto"/>
              <a:cs typeface="Roboto"/>
              <a:sym typeface="Roboto"/>
            </a:endParaRPr>
          </a:p>
          <a:p>
            <a:pPr marL="457200" lvl="0" indent="-330200" algn="l" rtl="0">
              <a:spcBef>
                <a:spcPts val="0"/>
              </a:spcBef>
              <a:spcAft>
                <a:spcPts val="0"/>
              </a:spcAft>
              <a:buClr>
                <a:schemeClr val="lt1"/>
              </a:buClr>
              <a:buSzPts val="1600"/>
              <a:buFont typeface="Roboto"/>
              <a:buChar char="❏"/>
            </a:pPr>
            <a:r>
              <a:rPr lang="en" sz="1600">
                <a:solidFill>
                  <a:schemeClr val="lt1"/>
                </a:solidFill>
                <a:latin typeface="Roboto"/>
                <a:ea typeface="Roboto"/>
                <a:cs typeface="Roboto"/>
                <a:sym typeface="Roboto"/>
              </a:rPr>
              <a:t>RNNs —&gt; Sequential with length O(n), computational complexity </a:t>
            </a:r>
            <a:endParaRPr sz="1600">
              <a:solidFill>
                <a:schemeClr val="lt1"/>
              </a:solidFill>
              <a:latin typeface="Roboto"/>
              <a:ea typeface="Roboto"/>
              <a:cs typeface="Roboto"/>
              <a:sym typeface="Roboto"/>
            </a:endParaRPr>
          </a:p>
        </p:txBody>
      </p:sp>
      <p:pic>
        <p:nvPicPr>
          <p:cNvPr id="292" name="Google Shape;292;p60"/>
          <p:cNvPicPr preferRelativeResize="0"/>
          <p:nvPr/>
        </p:nvPicPr>
        <p:blipFill>
          <a:blip r:embed="rId4">
            <a:alphaModFix/>
          </a:blip>
          <a:stretch>
            <a:fillRect/>
          </a:stretch>
        </p:blipFill>
        <p:spPr>
          <a:xfrm>
            <a:off x="5494175" y="4108150"/>
            <a:ext cx="548700" cy="304095"/>
          </a:xfrm>
          <a:prstGeom prst="rect">
            <a:avLst/>
          </a:prstGeom>
          <a:noFill/>
          <a:ln>
            <a:noFill/>
          </a:ln>
        </p:spPr>
      </p:pic>
      <p:pic>
        <p:nvPicPr>
          <p:cNvPr id="293" name="Google Shape;293;p60"/>
          <p:cNvPicPr preferRelativeResize="0"/>
          <p:nvPr/>
        </p:nvPicPr>
        <p:blipFill>
          <a:blip r:embed="rId5">
            <a:alphaModFix/>
          </a:blip>
          <a:stretch>
            <a:fillRect/>
          </a:stretch>
        </p:blipFill>
        <p:spPr>
          <a:xfrm>
            <a:off x="7217375" y="4577400"/>
            <a:ext cx="681629" cy="3041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61"/>
          <p:cNvSpPr txBox="1">
            <a:spLocks noGrp="1"/>
          </p:cNvSpPr>
          <p:nvPr>
            <p:ph type="title"/>
          </p:nvPr>
        </p:nvSpPr>
        <p:spPr>
          <a:xfrm>
            <a:off x="242650" y="84800"/>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700"/>
              <a:t>Pre-training using self-supervision</a:t>
            </a:r>
            <a:endParaRPr sz="2700">
              <a:solidFill>
                <a:srgbClr val="3896D2"/>
              </a:solidFill>
            </a:endParaRPr>
          </a:p>
        </p:txBody>
      </p:sp>
      <p:sp>
        <p:nvSpPr>
          <p:cNvPr id="299" name="Google Shape;299;p61"/>
          <p:cNvSpPr txBox="1">
            <a:spLocks noGrp="1"/>
          </p:cNvSpPr>
          <p:nvPr>
            <p:ph type="body" idx="1"/>
          </p:nvPr>
        </p:nvSpPr>
        <p:spPr>
          <a:xfrm>
            <a:off x="311700" y="771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Training encoder - decoder models needs &lt;source, target&gt; pairs</a:t>
            </a:r>
            <a:br>
              <a:rPr lang="en"/>
            </a:br>
            <a:endParaRPr/>
          </a:p>
          <a:p>
            <a:pPr marL="457200" lvl="0" indent="-342900" algn="l" rtl="0">
              <a:spcBef>
                <a:spcPts val="0"/>
              </a:spcBef>
              <a:spcAft>
                <a:spcPts val="0"/>
              </a:spcAft>
              <a:buSzPts val="1800"/>
              <a:buChar char="❏"/>
            </a:pPr>
            <a:r>
              <a:rPr lang="en"/>
              <a:t>Example - Neural Machine Translation, Spelling Correction, Summarization, Q&amp;A</a:t>
            </a:r>
            <a:br>
              <a:rPr lang="en"/>
            </a:br>
            <a:endParaRPr/>
          </a:p>
          <a:p>
            <a:pPr marL="457200" lvl="0" indent="-342900" algn="l" rtl="0">
              <a:spcBef>
                <a:spcPts val="0"/>
              </a:spcBef>
              <a:spcAft>
                <a:spcPts val="0"/>
              </a:spcAft>
              <a:buSzPts val="1800"/>
              <a:buChar char="❏"/>
            </a:pPr>
            <a:r>
              <a:rPr lang="en"/>
              <a:t>But </a:t>
            </a:r>
            <a:r>
              <a:rPr lang="en">
                <a:solidFill>
                  <a:srgbClr val="00FF00"/>
                </a:solidFill>
              </a:rPr>
              <a:t>gathering human labels is hard</a:t>
            </a:r>
            <a:r>
              <a:rPr lang="en"/>
              <a:t>. To learn semantic relationships on internet-scale data, human labeling quickly becomes infeasible</a:t>
            </a:r>
            <a:br>
              <a:rPr lang="en"/>
            </a:br>
            <a:endParaRPr/>
          </a:p>
          <a:p>
            <a:pPr marL="457200" lvl="0" indent="-342900" algn="l" rtl="0">
              <a:spcBef>
                <a:spcPts val="0"/>
              </a:spcBef>
              <a:spcAft>
                <a:spcPts val="0"/>
              </a:spcAft>
              <a:buSzPts val="1800"/>
              <a:buChar char="❏"/>
            </a:pPr>
            <a:r>
              <a:rPr lang="en"/>
              <a:t>Solution - ?</a:t>
            </a:r>
            <a:br>
              <a:rPr lang="en"/>
            </a:br>
            <a:endParaRPr/>
          </a:p>
          <a:p>
            <a:pPr marL="457200" lvl="0" indent="-342900" algn="l" rtl="0">
              <a:spcBef>
                <a:spcPts val="0"/>
              </a:spcBef>
              <a:spcAft>
                <a:spcPts val="0"/>
              </a:spcAft>
              <a:buSzPts val="1800"/>
              <a:buChar char="❏"/>
            </a:pPr>
            <a:r>
              <a:rPr lang="en"/>
              <a:t>BERT !! - Introduced </a:t>
            </a:r>
            <a:r>
              <a:rPr lang="en">
                <a:solidFill>
                  <a:srgbClr val="00FF00"/>
                </a:solidFill>
              </a:rPr>
              <a:t>MLM (Masked Language Model)</a:t>
            </a:r>
            <a:r>
              <a:rPr lang="en"/>
              <a:t> paradigm</a:t>
            </a:r>
            <a:br>
              <a:rPr lang="en"/>
            </a:br>
            <a:br>
              <a:rPr lang="en"/>
            </a:br>
            <a:br>
              <a:rPr lang="en"/>
            </a:b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9AC22-48F8-B011-5F7B-E80628D9EE3D}"/>
              </a:ext>
            </a:extLst>
          </p:cNvPr>
          <p:cNvSpPr>
            <a:spLocks noGrp="1"/>
          </p:cNvSpPr>
          <p:nvPr>
            <p:ph type="title"/>
          </p:nvPr>
        </p:nvSpPr>
        <p:spPr>
          <a:xfrm>
            <a:off x="2093239" y="1870169"/>
            <a:ext cx="7886700" cy="994200"/>
          </a:xfrm>
        </p:spPr>
        <p:txBody>
          <a:bodyPr/>
          <a:lstStyle/>
          <a:p>
            <a:r>
              <a:rPr lang="en-US" dirty="0"/>
              <a:t>T5 and Multi-Task Learning</a:t>
            </a:r>
          </a:p>
        </p:txBody>
      </p:sp>
      <p:sp>
        <p:nvSpPr>
          <p:cNvPr id="3" name="Slide Number Placeholder 2">
            <a:extLst>
              <a:ext uri="{FF2B5EF4-FFF2-40B4-BE49-F238E27FC236}">
                <a16:creationId xmlns:a16="http://schemas.microsoft.com/office/drawing/2014/main" id="{26D2C1DC-0BAB-2F32-F92C-49F6651594B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Tree>
    <p:extLst>
      <p:ext uri="{BB962C8B-B14F-4D97-AF65-F5344CB8AC3E}">
        <p14:creationId xmlns:p14="http://schemas.microsoft.com/office/powerpoint/2010/main" val="1189439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6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T5</a:t>
            </a:r>
            <a:endParaRPr/>
          </a:p>
        </p:txBody>
      </p:sp>
      <p:sp>
        <p:nvSpPr>
          <p:cNvPr id="320" name="Google Shape;320;p6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dirty="0"/>
              <a:t>Text to Text Transfer Transformer = T5</a:t>
            </a:r>
          </a:p>
          <a:p>
            <a:pPr marL="457200" lvl="0" indent="-342900" algn="l" rtl="0">
              <a:spcBef>
                <a:spcPts val="0"/>
              </a:spcBef>
              <a:spcAft>
                <a:spcPts val="0"/>
              </a:spcAft>
              <a:buSzPts val="1800"/>
              <a:buChar char="❏"/>
            </a:pPr>
            <a:r>
              <a:rPr lang="en" dirty="0"/>
              <a:t>A encoder-decoder architecture</a:t>
            </a:r>
          </a:p>
          <a:p>
            <a:pPr marL="457200" lvl="0" indent="-342900" algn="l" rtl="0">
              <a:spcBef>
                <a:spcPts val="0"/>
              </a:spcBef>
              <a:spcAft>
                <a:spcPts val="0"/>
              </a:spcAft>
              <a:buSzPts val="1800"/>
              <a:buChar char="❏"/>
            </a:pPr>
            <a:r>
              <a:rPr lang="en-US" dirty="0"/>
              <a:t>U</a:t>
            </a:r>
            <a:r>
              <a:rPr lang="en" dirty="0"/>
              <a:t>se MTL during pre-training stage</a:t>
            </a:r>
            <a:br>
              <a:rPr lang="en" dirty="0"/>
            </a:br>
            <a:endParaRPr dirty="0"/>
          </a:p>
          <a:p>
            <a:pPr marL="457200" lvl="0" indent="-342900" algn="l" rtl="0">
              <a:spcBef>
                <a:spcPts val="0"/>
              </a:spcBef>
              <a:spcAft>
                <a:spcPts val="0"/>
              </a:spcAft>
              <a:buSzPts val="1800"/>
              <a:buChar char="❏"/>
            </a:pPr>
            <a:r>
              <a:rPr lang="en" dirty="0"/>
              <a:t>A unified framework that converts all language problems into </a:t>
            </a:r>
            <a:r>
              <a:rPr lang="en" b="1" dirty="0"/>
              <a:t>text-to-text format</a:t>
            </a:r>
          </a:p>
          <a:p>
            <a:pPr lvl="1" indent="-342900">
              <a:spcBef>
                <a:spcPts val="0"/>
              </a:spcBef>
              <a:buSzPts val="1800"/>
              <a:buChar char="❏"/>
            </a:pPr>
            <a:r>
              <a:rPr lang="en-US" dirty="0"/>
              <a:t>Ta</a:t>
            </a:r>
            <a:r>
              <a:rPr lang="en" dirty="0"/>
              <a:t>king text as input and producing text as output</a:t>
            </a:r>
          </a:p>
          <a:p>
            <a:pPr lvl="1" indent="-342900">
              <a:spcBef>
                <a:spcPts val="0"/>
              </a:spcBef>
              <a:buSzPts val="1800"/>
              <a:buChar char="❏"/>
            </a:pPr>
            <a:r>
              <a:rPr lang="en-US" dirty="0"/>
              <a:t>Examples</a:t>
            </a:r>
            <a:r>
              <a:rPr lang="en" dirty="0"/>
              <a:t>: translation, question answering , summarization, sentiment classification</a:t>
            </a:r>
          </a:p>
          <a:p>
            <a:pPr lvl="1" indent="-342900">
              <a:spcBef>
                <a:spcPts val="0"/>
              </a:spcBef>
              <a:buSzPts val="1800"/>
              <a:buChar char="❏"/>
            </a:pPr>
            <a:r>
              <a:rPr lang="en" dirty="0"/>
              <a:t>This allows to use same model, hyperparameters, loss function across all tasks</a:t>
            </a:r>
          </a:p>
          <a:p>
            <a:pPr>
              <a:buFont typeface="Fira Sans"/>
              <a:buChar char="❏"/>
            </a:pPr>
            <a:endParaRPr lang="en-US" sz="1800" dirty="0">
              <a:effectLst/>
              <a:latin typeface="LMRoman10"/>
            </a:endParaRPr>
          </a:p>
          <a:p>
            <a:pPr>
              <a:buFont typeface="Fira Sans"/>
              <a:buChar char="❏"/>
            </a:pPr>
            <a:r>
              <a:rPr lang="en-US" sz="1800" dirty="0">
                <a:effectLst/>
                <a:latin typeface="LMRoman10"/>
              </a:rPr>
              <a:t>To specify which task the model should perform, they add a task-specific (text) prefix to the original input sequence before feeding it to the model. </a:t>
            </a:r>
            <a:endParaRPr lang="en-US" dirty="0"/>
          </a:p>
          <a:p>
            <a:pPr marL="114300" indent="0">
              <a:buNone/>
            </a:pPr>
            <a:br>
              <a:rPr lang="en" dirty="0"/>
            </a:br>
            <a:endParaRPr dirty="0"/>
          </a:p>
          <a:p>
            <a:pPr marL="457200" lvl="0" indent="0" algn="l" rtl="0">
              <a:spcBef>
                <a:spcPts val="0"/>
              </a:spcBef>
              <a:spcAft>
                <a:spcPts val="0"/>
              </a:spcAft>
              <a:buNone/>
            </a:pPr>
            <a:endParaRPr dirty="0"/>
          </a:p>
          <a:p>
            <a:pPr marL="457200" lvl="0" indent="0" algn="l" rtl="0">
              <a:spcBef>
                <a:spcPts val="0"/>
              </a:spcBef>
              <a:spcAft>
                <a:spcPts val="0"/>
              </a:spcAft>
              <a:buNone/>
            </a:pPr>
            <a:endParaRPr dirty="0"/>
          </a:p>
        </p:txBody>
      </p:sp>
      <p:sp>
        <p:nvSpPr>
          <p:cNvPr id="321" name="Google Shape;321;p64"/>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6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T5</a:t>
            </a:r>
            <a:endParaRPr dirty="0"/>
          </a:p>
        </p:txBody>
      </p:sp>
      <p:sp>
        <p:nvSpPr>
          <p:cNvPr id="320" name="Google Shape;320;p6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dirty="0">
                <a:solidFill>
                  <a:srgbClr val="00FF00"/>
                </a:solidFill>
              </a:rPr>
              <a:t>Multitask</a:t>
            </a:r>
            <a:r>
              <a:rPr lang="en" dirty="0"/>
              <a:t> Learning but with a trick → using </a:t>
            </a:r>
            <a:r>
              <a:rPr lang="en" dirty="0">
                <a:solidFill>
                  <a:srgbClr val="00FF00"/>
                </a:solidFill>
              </a:rPr>
              <a:t>task prefixes</a:t>
            </a:r>
            <a:r>
              <a:rPr lang="en" dirty="0"/>
              <a:t>!</a:t>
            </a:r>
            <a:endParaRPr dirty="0"/>
          </a:p>
          <a:p>
            <a:pPr marL="457200" lvl="0" indent="0" algn="l" rtl="0">
              <a:spcBef>
                <a:spcPts val="0"/>
              </a:spcBef>
              <a:spcAft>
                <a:spcPts val="0"/>
              </a:spcAft>
              <a:buNone/>
            </a:pPr>
            <a:br>
              <a:rPr lang="en" dirty="0"/>
            </a:br>
            <a:r>
              <a:rPr lang="en" dirty="0"/>
              <a:t> </a:t>
            </a:r>
            <a:br>
              <a:rPr lang="en" dirty="0"/>
            </a:br>
            <a:br>
              <a:rPr lang="en" dirty="0"/>
            </a:br>
            <a:endParaRPr dirty="0"/>
          </a:p>
          <a:p>
            <a:pPr marL="457200" lvl="0" indent="0" algn="l" rtl="0">
              <a:spcBef>
                <a:spcPts val="0"/>
              </a:spcBef>
              <a:spcAft>
                <a:spcPts val="0"/>
              </a:spcAft>
              <a:buNone/>
            </a:pPr>
            <a:endParaRPr dirty="0"/>
          </a:p>
          <a:p>
            <a:pPr marL="457200" lvl="0" indent="0" algn="l" rtl="0">
              <a:spcBef>
                <a:spcPts val="0"/>
              </a:spcBef>
              <a:spcAft>
                <a:spcPts val="0"/>
              </a:spcAft>
              <a:buNone/>
            </a:pPr>
            <a:endParaRPr dirty="0"/>
          </a:p>
        </p:txBody>
      </p:sp>
      <p:sp>
        <p:nvSpPr>
          <p:cNvPr id="321" name="Google Shape;321;p64"/>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24</a:t>
            </a:fld>
            <a:endParaRPr/>
          </a:p>
        </p:txBody>
      </p:sp>
      <p:pic>
        <p:nvPicPr>
          <p:cNvPr id="322" name="Google Shape;322;p64"/>
          <p:cNvPicPr preferRelativeResize="0"/>
          <p:nvPr/>
        </p:nvPicPr>
        <p:blipFill>
          <a:blip r:embed="rId3">
            <a:alphaModFix/>
          </a:blip>
          <a:stretch>
            <a:fillRect/>
          </a:stretch>
        </p:blipFill>
        <p:spPr>
          <a:xfrm>
            <a:off x="689199" y="1619573"/>
            <a:ext cx="7036705" cy="2727752"/>
          </a:xfrm>
          <a:prstGeom prst="rect">
            <a:avLst/>
          </a:prstGeom>
          <a:noFill/>
          <a:ln>
            <a:noFill/>
          </a:ln>
        </p:spPr>
      </p:pic>
    </p:spTree>
    <p:extLst>
      <p:ext uri="{BB962C8B-B14F-4D97-AF65-F5344CB8AC3E}">
        <p14:creationId xmlns:p14="http://schemas.microsoft.com/office/powerpoint/2010/main" val="4240935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6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T5</a:t>
            </a:r>
            <a:endParaRPr dirty="0"/>
          </a:p>
        </p:txBody>
      </p:sp>
      <p:sp>
        <p:nvSpPr>
          <p:cNvPr id="320" name="Google Shape;320;p6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b="0" i="0" dirty="0">
                <a:solidFill>
                  <a:schemeClr val="bg1"/>
                </a:solidFill>
                <a:effectLst/>
                <a:latin typeface="-apple-system"/>
              </a:rPr>
              <a:t>T5 casts all NLP tasks into a text-to-text format with an input text sequence and target text sequence.</a:t>
            </a:r>
          </a:p>
          <a:p>
            <a:pPr algn="l">
              <a:buFont typeface="Arial" panose="020B0604020202020204" pitchFamily="34" charset="0"/>
              <a:buChar char="•"/>
            </a:pPr>
            <a:r>
              <a:rPr lang="en-US" b="0" i="0" dirty="0">
                <a:solidFill>
                  <a:schemeClr val="bg1"/>
                </a:solidFill>
                <a:effectLst/>
                <a:latin typeface="-apple-system"/>
              </a:rPr>
              <a:t>It uses a standard Transformer encoder-decoder architecture to map the input text to the target text.</a:t>
            </a:r>
          </a:p>
          <a:p>
            <a:pPr algn="l">
              <a:buFont typeface="Arial" panose="020B0604020202020204" pitchFamily="34" charset="0"/>
              <a:buChar char="•"/>
            </a:pPr>
            <a:r>
              <a:rPr lang="en-US" b="0" i="0" dirty="0">
                <a:solidFill>
                  <a:schemeClr val="bg1"/>
                </a:solidFill>
                <a:effectLst/>
                <a:latin typeface="-apple-system"/>
              </a:rPr>
              <a:t>The loss function used for training is the usual maximum likelihood estimation (MLE) loss. This measures the cross-entropy between the model's predicted token probabilities and the ground truth target tokens.</a:t>
            </a:r>
          </a:p>
          <a:p>
            <a:pPr algn="l">
              <a:buFont typeface="Arial" panose="020B0604020202020204" pitchFamily="34" charset="0"/>
              <a:buChar char="•"/>
            </a:pPr>
            <a:r>
              <a:rPr lang="en-US" b="0" i="0" dirty="0">
                <a:solidFill>
                  <a:schemeClr val="bg1"/>
                </a:solidFill>
                <a:effectLst/>
                <a:latin typeface="-apple-system"/>
              </a:rPr>
              <a:t>This same text-to-text format and MLE loss function is used for all tasks - classification, question answering, summarization, translation etc.</a:t>
            </a:r>
          </a:p>
          <a:p>
            <a:pPr algn="l">
              <a:buFont typeface="Arial" panose="020B0604020202020204" pitchFamily="34" charset="0"/>
              <a:buChar char="•"/>
            </a:pPr>
            <a:r>
              <a:rPr lang="en-US" b="0" i="0" dirty="0">
                <a:solidFill>
                  <a:schemeClr val="bg1"/>
                </a:solidFill>
                <a:effectLst/>
                <a:latin typeface="-apple-system"/>
              </a:rPr>
              <a:t>The only difference between tasks is a task-specific prefix added to the input sequence to indicate the desired task.</a:t>
            </a:r>
          </a:p>
          <a:p>
            <a:pPr marL="114300" lvl="0" indent="0" algn="l" rtl="0">
              <a:spcBef>
                <a:spcPts val="0"/>
              </a:spcBef>
              <a:spcAft>
                <a:spcPts val="0"/>
              </a:spcAft>
              <a:buSzPts val="1800"/>
              <a:buNone/>
            </a:pPr>
            <a:endParaRPr dirty="0">
              <a:solidFill>
                <a:schemeClr val="bg1"/>
              </a:solidFill>
            </a:endParaRPr>
          </a:p>
          <a:p>
            <a:pPr marL="457200" lvl="0" indent="0" algn="l" rtl="0">
              <a:spcBef>
                <a:spcPts val="0"/>
              </a:spcBef>
              <a:spcAft>
                <a:spcPts val="0"/>
              </a:spcAft>
              <a:buNone/>
            </a:pPr>
            <a:br>
              <a:rPr lang="en" dirty="0"/>
            </a:br>
            <a:r>
              <a:rPr lang="en" dirty="0"/>
              <a:t> </a:t>
            </a:r>
            <a:br>
              <a:rPr lang="en" dirty="0"/>
            </a:br>
            <a:br>
              <a:rPr lang="en" dirty="0"/>
            </a:br>
            <a:endParaRPr dirty="0"/>
          </a:p>
          <a:p>
            <a:pPr marL="457200" lvl="0" indent="0" algn="l" rtl="0">
              <a:spcBef>
                <a:spcPts val="0"/>
              </a:spcBef>
              <a:spcAft>
                <a:spcPts val="0"/>
              </a:spcAft>
              <a:buNone/>
            </a:pPr>
            <a:endParaRPr dirty="0"/>
          </a:p>
          <a:p>
            <a:pPr marL="457200" lvl="0" indent="0" algn="l" rtl="0">
              <a:spcBef>
                <a:spcPts val="0"/>
              </a:spcBef>
              <a:spcAft>
                <a:spcPts val="0"/>
              </a:spcAft>
              <a:buNone/>
            </a:pPr>
            <a:endParaRPr dirty="0"/>
          </a:p>
        </p:txBody>
      </p:sp>
      <p:sp>
        <p:nvSpPr>
          <p:cNvPr id="321" name="Google Shape;321;p64"/>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25</a:t>
            </a:fld>
            <a:endParaRPr/>
          </a:p>
        </p:txBody>
      </p:sp>
    </p:spTree>
    <p:extLst>
      <p:ext uri="{BB962C8B-B14F-4D97-AF65-F5344CB8AC3E}">
        <p14:creationId xmlns:p14="http://schemas.microsoft.com/office/powerpoint/2010/main" val="34486950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9AC22-48F8-B011-5F7B-E80628D9EE3D}"/>
              </a:ext>
            </a:extLst>
          </p:cNvPr>
          <p:cNvSpPr>
            <a:spLocks noGrp="1"/>
          </p:cNvSpPr>
          <p:nvPr>
            <p:ph type="title"/>
          </p:nvPr>
        </p:nvSpPr>
        <p:spPr>
          <a:xfrm>
            <a:off x="2093239" y="1870169"/>
            <a:ext cx="7886700" cy="994200"/>
          </a:xfrm>
        </p:spPr>
        <p:txBody>
          <a:bodyPr/>
          <a:lstStyle/>
          <a:p>
            <a:r>
              <a:rPr lang="en-US" dirty="0"/>
              <a:t>GPT = </a:t>
            </a:r>
            <a:r>
              <a:rPr lang="en" dirty="0"/>
              <a:t>Generative Pre-training</a:t>
            </a:r>
            <a:endParaRPr lang="en-US" dirty="0"/>
          </a:p>
        </p:txBody>
      </p:sp>
      <p:sp>
        <p:nvSpPr>
          <p:cNvPr id="3" name="Slide Number Placeholder 2">
            <a:extLst>
              <a:ext uri="{FF2B5EF4-FFF2-40B4-BE49-F238E27FC236}">
                <a16:creationId xmlns:a16="http://schemas.microsoft.com/office/drawing/2014/main" id="{26D2C1DC-0BAB-2F32-F92C-49F6651594B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spTree>
    <p:extLst>
      <p:ext uri="{BB962C8B-B14F-4D97-AF65-F5344CB8AC3E}">
        <p14:creationId xmlns:p14="http://schemas.microsoft.com/office/powerpoint/2010/main" val="6539404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69"/>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GPT &amp; GPT-2</a:t>
            </a:r>
            <a:endParaRPr/>
          </a:p>
        </p:txBody>
      </p:sp>
      <p:sp>
        <p:nvSpPr>
          <p:cNvPr id="356" name="Google Shape;356;p69"/>
          <p:cNvSpPr txBox="1">
            <a:spLocks noGrp="1"/>
          </p:cNvSpPr>
          <p:nvPr>
            <p:ph type="body" idx="1"/>
          </p:nvPr>
        </p:nvSpPr>
        <p:spPr>
          <a:xfrm>
            <a:off x="311700" y="6952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dirty="0"/>
              <a:t>Generative Pre-training</a:t>
            </a:r>
            <a:br>
              <a:rPr lang="en" dirty="0"/>
            </a:br>
            <a:endParaRPr dirty="0"/>
          </a:p>
          <a:p>
            <a:pPr>
              <a:buFont typeface="Fira Sans"/>
              <a:buChar char="❏"/>
            </a:pPr>
            <a:br>
              <a:rPr lang="en" dirty="0"/>
            </a:br>
            <a:br>
              <a:rPr lang="en" dirty="0"/>
            </a:br>
            <a:br>
              <a:rPr lang="en" dirty="0"/>
            </a:br>
            <a:endParaRPr lang="en" dirty="0"/>
          </a:p>
          <a:p>
            <a:pPr>
              <a:buFont typeface="Fira Sans"/>
              <a:buChar char="❏"/>
            </a:pPr>
            <a:r>
              <a:rPr lang="en-US" b="0" i="0" dirty="0">
                <a:solidFill>
                  <a:schemeClr val="bg1"/>
                </a:solidFill>
                <a:effectLst/>
                <a:latin typeface="-apple-system"/>
              </a:rPr>
              <a:t>Trained to predict the next word in a sequence, given all previous words. This trains it to generate fluent streams of text.</a:t>
            </a:r>
          </a:p>
          <a:p>
            <a:pPr>
              <a:buFont typeface="Fira Sans"/>
              <a:buChar char="❏"/>
            </a:pPr>
            <a:endParaRPr lang="en-US" dirty="0">
              <a:solidFill>
                <a:schemeClr val="bg1"/>
              </a:solidFill>
              <a:latin typeface="-apple-system"/>
            </a:endParaRPr>
          </a:p>
          <a:p>
            <a:pPr algn="l">
              <a:buFont typeface="Wingdings" pitchFamily="2" charset="2"/>
              <a:buChar char="q"/>
            </a:pPr>
            <a:r>
              <a:rPr lang="en-US" b="0" i="0" dirty="0">
                <a:solidFill>
                  <a:schemeClr val="bg1"/>
                </a:solidFill>
                <a:effectLst/>
                <a:latin typeface="-apple-system"/>
              </a:rPr>
              <a:t>Unidirectional: Processes text only from left to right order.</a:t>
            </a:r>
          </a:p>
          <a:p>
            <a:pPr algn="l">
              <a:buFont typeface="Wingdings" pitchFamily="2" charset="2"/>
              <a:buChar char="q"/>
            </a:pPr>
            <a:r>
              <a:rPr lang="en-US" b="0" i="0" dirty="0">
                <a:solidFill>
                  <a:schemeClr val="bg1"/>
                </a:solidFill>
                <a:effectLst/>
                <a:latin typeface="-apple-system"/>
              </a:rPr>
              <a:t>Self-supervised: Pretrained on massive diverse unlabeled corpora.</a:t>
            </a:r>
          </a:p>
          <a:p>
            <a:pPr>
              <a:buFont typeface="Fira Sans"/>
              <a:buChar char="❏"/>
            </a:pPr>
            <a:endParaRPr lang="en-US" b="0" i="0" dirty="0">
              <a:solidFill>
                <a:schemeClr val="bg1"/>
              </a:solidFill>
              <a:effectLst/>
              <a:latin typeface="-apple-system"/>
            </a:endParaRPr>
          </a:p>
          <a:p>
            <a:pPr marL="457200" lvl="0" indent="-342900" algn="l" rtl="0">
              <a:spcBef>
                <a:spcPts val="0"/>
              </a:spcBef>
              <a:spcAft>
                <a:spcPts val="0"/>
              </a:spcAft>
              <a:buSzPts val="1800"/>
              <a:buChar char="❏"/>
            </a:pPr>
            <a:endParaRPr dirty="0"/>
          </a:p>
        </p:txBody>
      </p:sp>
      <p:sp>
        <p:nvSpPr>
          <p:cNvPr id="357" name="Google Shape;357;p69"/>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27</a:t>
            </a:fld>
            <a:endParaRPr/>
          </a:p>
        </p:txBody>
      </p:sp>
      <p:pic>
        <p:nvPicPr>
          <p:cNvPr id="358" name="Google Shape;358;p69"/>
          <p:cNvPicPr preferRelativeResize="0"/>
          <p:nvPr/>
        </p:nvPicPr>
        <p:blipFill>
          <a:blip r:embed="rId3">
            <a:alphaModFix/>
          </a:blip>
          <a:stretch>
            <a:fillRect/>
          </a:stretch>
        </p:blipFill>
        <p:spPr>
          <a:xfrm>
            <a:off x="1063000" y="1398025"/>
            <a:ext cx="3210836" cy="9451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7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a:t>Challenges with generative models and some solutions</a:t>
            </a:r>
            <a:endParaRPr sz="2600"/>
          </a:p>
        </p:txBody>
      </p:sp>
      <p:sp>
        <p:nvSpPr>
          <p:cNvPr id="372" name="Google Shape;372;p71"/>
          <p:cNvSpPr txBox="1">
            <a:spLocks noGrp="1"/>
          </p:cNvSpPr>
          <p:nvPr>
            <p:ph type="body" idx="1"/>
          </p:nvPr>
        </p:nvSpPr>
        <p:spPr>
          <a:xfrm>
            <a:off x="311700" y="10762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dirty="0"/>
              <a:t>Decoding (response) is probabilistic and hence can be unhinged (meaningless / low quality, toxic, false, hallucination etc.)  → Chain of Thought prompting, RLHF, DPO, RLAIF</a:t>
            </a:r>
            <a:br>
              <a:rPr lang="en" dirty="0"/>
            </a:br>
            <a:endParaRPr dirty="0"/>
          </a:p>
          <a:p>
            <a:pPr marL="457200" lvl="0" indent="-342900" algn="l" rtl="0">
              <a:spcBef>
                <a:spcPts val="0"/>
              </a:spcBef>
              <a:spcAft>
                <a:spcPts val="0"/>
              </a:spcAft>
              <a:buClr>
                <a:schemeClr val="lt1"/>
              </a:buClr>
              <a:buSzPts val="1800"/>
              <a:buChar char="❏"/>
            </a:pPr>
            <a:r>
              <a:rPr lang="en" dirty="0">
                <a:solidFill>
                  <a:schemeClr val="lt1"/>
                </a:solidFill>
              </a:rPr>
              <a:t>Longer context (prompt) → Takes longer to compute (why?) </a:t>
            </a:r>
            <a:br>
              <a:rPr lang="en" dirty="0"/>
            </a:br>
            <a:endParaRPr dirty="0"/>
          </a:p>
          <a:p>
            <a:pPr marL="457200" lvl="0" indent="-342900" algn="l" rtl="0">
              <a:spcBef>
                <a:spcPts val="0"/>
              </a:spcBef>
              <a:spcAft>
                <a:spcPts val="0"/>
              </a:spcAft>
              <a:buSzPts val="1800"/>
              <a:buChar char="❏"/>
            </a:pPr>
            <a:r>
              <a:rPr lang="en" dirty="0"/>
              <a:t>What if we need domain adaptation? → Supervised Fine-tuning, Instruction Fine-tuning</a:t>
            </a:r>
            <a:br>
              <a:rPr lang="en" dirty="0"/>
            </a:br>
            <a:endParaRPr dirty="0"/>
          </a:p>
          <a:p>
            <a:pPr marL="457200" lvl="0" indent="-342900" algn="l" rtl="0">
              <a:spcBef>
                <a:spcPts val="0"/>
              </a:spcBef>
              <a:spcAft>
                <a:spcPts val="0"/>
              </a:spcAft>
              <a:buSzPts val="1800"/>
              <a:buChar char="❏"/>
            </a:pPr>
            <a:r>
              <a:rPr lang="en" dirty="0"/>
              <a:t>Deploying in production is a major issue due to model size, attention is quadratic in sequence length → Distillation, Specific kernels, Runtimes, Hardware, Flash Attention, Hyper Attention</a:t>
            </a:r>
            <a:endParaRPr dirty="0"/>
          </a:p>
        </p:txBody>
      </p:sp>
      <p:sp>
        <p:nvSpPr>
          <p:cNvPr id="373" name="Google Shape;373;p71"/>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7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Decoding Mechanisms</a:t>
            </a:r>
            <a:endParaRPr/>
          </a:p>
        </p:txBody>
      </p:sp>
      <p:sp>
        <p:nvSpPr>
          <p:cNvPr id="379" name="Google Shape;379;p7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457200" lvl="0" indent="-342900" algn="l" rtl="0">
              <a:spcBef>
                <a:spcPts val="0"/>
              </a:spcBef>
              <a:spcAft>
                <a:spcPts val="0"/>
              </a:spcAft>
              <a:buSzPts val="1800"/>
              <a:buChar char="❏"/>
            </a:pPr>
            <a:r>
              <a:rPr lang="en">
                <a:solidFill>
                  <a:srgbClr val="00FF00"/>
                </a:solidFill>
              </a:rPr>
              <a:t>Greedy</a:t>
            </a:r>
            <a:r>
              <a:rPr lang="en"/>
              <a:t> </a:t>
            </a:r>
            <a:r>
              <a:rPr lang="en">
                <a:solidFill>
                  <a:srgbClr val="00FF00"/>
                </a:solidFill>
              </a:rPr>
              <a:t>Search </a:t>
            </a:r>
            <a:r>
              <a:rPr lang="en">
                <a:solidFill>
                  <a:schemeClr val="lt1"/>
                </a:solidFill>
              </a:rPr>
              <a:t>- Emit the most likely token at every time step</a:t>
            </a:r>
            <a:br>
              <a:rPr lang="en"/>
            </a:br>
            <a:br>
              <a:rPr lang="en"/>
            </a:br>
            <a:br>
              <a:rPr lang="en"/>
            </a:br>
            <a:endParaRPr/>
          </a:p>
          <a:p>
            <a:pPr marL="457200" lvl="0" indent="-342900" algn="l" rtl="0">
              <a:spcBef>
                <a:spcPts val="0"/>
              </a:spcBef>
              <a:spcAft>
                <a:spcPts val="0"/>
              </a:spcAft>
              <a:buSzPts val="1800"/>
              <a:buChar char="❏"/>
            </a:pPr>
            <a:r>
              <a:rPr lang="en">
                <a:solidFill>
                  <a:srgbClr val="00FF00"/>
                </a:solidFill>
              </a:rPr>
              <a:t>Beam Search</a:t>
            </a:r>
            <a:r>
              <a:rPr lang="en"/>
              <a:t> -</a:t>
            </a:r>
            <a:r>
              <a:rPr lang="en" sz="1400">
                <a:solidFill>
                  <a:schemeClr val="lt1"/>
                </a:solidFill>
              </a:rPr>
              <a:t> </a:t>
            </a:r>
            <a:r>
              <a:rPr lang="en" sz="1600">
                <a:solidFill>
                  <a:schemeClr val="lt1"/>
                </a:solidFill>
              </a:rPr>
              <a:t>Keep the most likely </a:t>
            </a:r>
            <a:r>
              <a:rPr lang="en" sz="1600">
                <a:solidFill>
                  <a:srgbClr val="00FF00"/>
                </a:solidFill>
              </a:rPr>
              <a:t>num_beams</a:t>
            </a:r>
            <a:r>
              <a:rPr lang="en" sz="1600">
                <a:solidFill>
                  <a:schemeClr val="lt1"/>
                </a:solidFill>
              </a:rPr>
              <a:t> of hypotheses at each time step and eventually choosing the hypothesis that has the overall highest probability</a:t>
            </a:r>
            <a:br>
              <a:rPr lang="en" sz="1400"/>
            </a:br>
            <a:br>
              <a:rPr lang="en"/>
            </a:br>
            <a:r>
              <a:rPr lang="en"/>
              <a:t> </a:t>
            </a:r>
            <a:br>
              <a:rPr lang="en"/>
            </a:br>
            <a:br>
              <a:rPr lang="en"/>
            </a:br>
            <a:endParaRPr/>
          </a:p>
        </p:txBody>
      </p:sp>
      <p:sp>
        <p:nvSpPr>
          <p:cNvPr id="380" name="Google Shape;380;p72"/>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29</a:t>
            </a:fld>
            <a:endParaRPr/>
          </a:p>
        </p:txBody>
      </p:sp>
      <p:pic>
        <p:nvPicPr>
          <p:cNvPr id="381" name="Google Shape;381;p72"/>
          <p:cNvPicPr preferRelativeResize="0"/>
          <p:nvPr/>
        </p:nvPicPr>
        <p:blipFill>
          <a:blip r:embed="rId3">
            <a:alphaModFix/>
          </a:blip>
          <a:stretch>
            <a:fillRect/>
          </a:stretch>
        </p:blipFill>
        <p:spPr>
          <a:xfrm>
            <a:off x="457200" y="1203575"/>
            <a:ext cx="5597676" cy="858775"/>
          </a:xfrm>
          <a:prstGeom prst="rect">
            <a:avLst/>
          </a:prstGeom>
          <a:noFill/>
          <a:ln>
            <a:noFill/>
          </a:ln>
        </p:spPr>
      </p:pic>
      <p:pic>
        <p:nvPicPr>
          <p:cNvPr id="382" name="Google Shape;382;p72"/>
          <p:cNvPicPr preferRelativeResize="0"/>
          <p:nvPr/>
        </p:nvPicPr>
        <p:blipFill>
          <a:blip r:embed="rId4">
            <a:alphaModFix/>
          </a:blip>
          <a:stretch>
            <a:fillRect/>
          </a:stretch>
        </p:blipFill>
        <p:spPr>
          <a:xfrm>
            <a:off x="776383" y="2632075"/>
            <a:ext cx="3796822" cy="2698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73"/>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30</a:t>
            </a:fld>
            <a:endParaRPr/>
          </a:p>
        </p:txBody>
      </p:sp>
      <p:pic>
        <p:nvPicPr>
          <p:cNvPr id="388" name="Google Shape;388;p73"/>
          <p:cNvPicPr preferRelativeResize="0"/>
          <p:nvPr/>
        </p:nvPicPr>
        <p:blipFill>
          <a:blip r:embed="rId3">
            <a:alphaModFix/>
          </a:blip>
          <a:stretch>
            <a:fillRect/>
          </a:stretch>
        </p:blipFill>
        <p:spPr>
          <a:xfrm>
            <a:off x="765029" y="152400"/>
            <a:ext cx="3345225" cy="2631650"/>
          </a:xfrm>
          <a:prstGeom prst="rect">
            <a:avLst/>
          </a:prstGeom>
          <a:noFill/>
          <a:ln>
            <a:noFill/>
          </a:ln>
        </p:spPr>
      </p:pic>
      <p:sp>
        <p:nvSpPr>
          <p:cNvPr id="389" name="Google Shape;389;p73"/>
          <p:cNvSpPr txBox="1"/>
          <p:nvPr/>
        </p:nvSpPr>
        <p:spPr>
          <a:xfrm>
            <a:off x="4916425" y="703975"/>
            <a:ext cx="3179100" cy="7947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chemeClr val="lt1"/>
              </a:buClr>
              <a:buSzPts val="1500"/>
              <a:buFont typeface="Fira Sans"/>
              <a:buChar char="❏"/>
            </a:pPr>
            <a:r>
              <a:rPr lang="en" sz="1500">
                <a:solidFill>
                  <a:schemeClr val="lt1"/>
                </a:solidFill>
                <a:latin typeface="Fira Sans"/>
                <a:ea typeface="Fira Sans"/>
                <a:cs typeface="Fira Sans"/>
                <a:sym typeface="Fira Sans"/>
              </a:rPr>
              <a:t>Greedy would emit nice first, followed by house</a:t>
            </a:r>
            <a:br>
              <a:rPr lang="en" sz="1500">
                <a:solidFill>
                  <a:schemeClr val="lt1"/>
                </a:solidFill>
                <a:latin typeface="Fira Sans"/>
                <a:ea typeface="Fira Sans"/>
                <a:cs typeface="Fira Sans"/>
                <a:sym typeface="Fira Sans"/>
              </a:rPr>
            </a:br>
            <a:endParaRPr sz="1500">
              <a:solidFill>
                <a:schemeClr val="lt1"/>
              </a:solidFill>
              <a:latin typeface="Fira Sans"/>
              <a:ea typeface="Fira Sans"/>
              <a:cs typeface="Fira Sans"/>
              <a:sym typeface="Fira Sans"/>
            </a:endParaRPr>
          </a:p>
          <a:p>
            <a:pPr marL="457200" lvl="0" indent="-323850" algn="l" rtl="0">
              <a:spcBef>
                <a:spcPts val="0"/>
              </a:spcBef>
              <a:spcAft>
                <a:spcPts val="0"/>
              </a:spcAft>
              <a:buClr>
                <a:schemeClr val="lt1"/>
              </a:buClr>
              <a:buSzPts val="1500"/>
              <a:buFont typeface="Fira Sans"/>
              <a:buChar char="❏"/>
            </a:pPr>
            <a:r>
              <a:rPr lang="en" sz="1500">
                <a:solidFill>
                  <a:schemeClr val="lt1"/>
                </a:solidFill>
                <a:latin typeface="Fira Sans"/>
                <a:ea typeface="Fira Sans"/>
                <a:cs typeface="Fira Sans"/>
                <a:sym typeface="Fira Sans"/>
              </a:rPr>
              <a:t>Beam Search - dog, has</a:t>
            </a:r>
            <a:endParaRPr sz="1500">
              <a:solidFill>
                <a:schemeClr val="lt1"/>
              </a:solidFill>
              <a:latin typeface="Fira Sans"/>
              <a:ea typeface="Fira Sans"/>
              <a:cs typeface="Fira Sans"/>
              <a:sym typeface="Fira Sans"/>
            </a:endParaRPr>
          </a:p>
        </p:txBody>
      </p:sp>
      <p:sp>
        <p:nvSpPr>
          <p:cNvPr id="390" name="Google Shape;390;p73"/>
          <p:cNvSpPr txBox="1"/>
          <p:nvPr/>
        </p:nvSpPr>
        <p:spPr>
          <a:xfrm>
            <a:off x="862925" y="3167850"/>
            <a:ext cx="7232700" cy="11355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lt1"/>
              </a:buClr>
              <a:buSzPts val="1400"/>
              <a:buFont typeface="Fira Sans"/>
              <a:buChar char="❏"/>
            </a:pPr>
            <a:r>
              <a:rPr lang="en" sz="1600">
                <a:solidFill>
                  <a:srgbClr val="00FF00"/>
                </a:solidFill>
                <a:latin typeface="Fira Sans"/>
                <a:ea typeface="Fira Sans"/>
                <a:cs typeface="Fira Sans"/>
                <a:sym typeface="Fira Sans"/>
              </a:rPr>
              <a:t>Sampling</a:t>
            </a:r>
            <a:r>
              <a:rPr lang="en">
                <a:solidFill>
                  <a:srgbClr val="00FF00"/>
                </a:solidFill>
                <a:latin typeface="Fira Sans"/>
                <a:ea typeface="Fira Sans"/>
                <a:cs typeface="Fira Sans"/>
                <a:sym typeface="Fira Sans"/>
              </a:rPr>
              <a:t> </a:t>
            </a:r>
            <a:r>
              <a:rPr lang="en" sz="1600">
                <a:solidFill>
                  <a:srgbClr val="00FF00"/>
                </a:solidFill>
                <a:latin typeface="Fira Sans"/>
                <a:ea typeface="Fira Sans"/>
                <a:cs typeface="Fira Sans"/>
                <a:sym typeface="Fira Sans"/>
              </a:rPr>
              <a:t>based</a:t>
            </a:r>
            <a:r>
              <a:rPr lang="en" sz="1600">
                <a:solidFill>
                  <a:schemeClr val="lt1"/>
                </a:solidFill>
                <a:latin typeface="Fira Sans"/>
                <a:ea typeface="Fira Sans"/>
                <a:cs typeface="Fira Sans"/>
                <a:sym typeface="Fira Sans"/>
              </a:rPr>
              <a:t> - Randomly pick the next word from the conditional probability distribution</a:t>
            </a:r>
            <a:br>
              <a:rPr lang="en" sz="1600">
                <a:solidFill>
                  <a:schemeClr val="lt1"/>
                </a:solidFill>
                <a:latin typeface="Fira Sans"/>
                <a:ea typeface="Fira Sans"/>
                <a:cs typeface="Fira Sans"/>
                <a:sym typeface="Fira Sans"/>
              </a:rPr>
            </a:br>
            <a:br>
              <a:rPr lang="en" sz="1600">
                <a:solidFill>
                  <a:schemeClr val="lt1"/>
                </a:solidFill>
                <a:latin typeface="Fira Sans"/>
                <a:ea typeface="Fira Sans"/>
                <a:cs typeface="Fira Sans"/>
                <a:sym typeface="Fira Sans"/>
              </a:rPr>
            </a:br>
            <a:endParaRPr sz="1600">
              <a:solidFill>
                <a:schemeClr val="lt1"/>
              </a:solidFill>
              <a:latin typeface="Fira Sans"/>
              <a:ea typeface="Fira Sans"/>
              <a:cs typeface="Fira Sans"/>
              <a:sym typeface="Fira Sans"/>
            </a:endParaRPr>
          </a:p>
          <a:p>
            <a:pPr marL="457200" lvl="0" indent="-317500" algn="l" rtl="0">
              <a:spcBef>
                <a:spcPts val="0"/>
              </a:spcBef>
              <a:spcAft>
                <a:spcPts val="0"/>
              </a:spcAft>
              <a:buClr>
                <a:schemeClr val="lt1"/>
              </a:buClr>
              <a:buSzPts val="1400"/>
              <a:buFont typeface="Fira Sans"/>
              <a:buChar char="❏"/>
            </a:pPr>
            <a:r>
              <a:rPr lang="en" sz="1600">
                <a:solidFill>
                  <a:schemeClr val="lt1"/>
                </a:solidFill>
                <a:latin typeface="Fira Sans"/>
                <a:ea typeface="Fira Sans"/>
                <a:cs typeface="Fira Sans"/>
                <a:sym typeface="Fira Sans"/>
              </a:rPr>
              <a:t>This will lead to probabilistic responses (not fixed anymore!)</a:t>
            </a:r>
            <a:endParaRPr sz="1600">
              <a:solidFill>
                <a:schemeClr val="lt1"/>
              </a:solidFill>
              <a:latin typeface="Fira Sans"/>
              <a:ea typeface="Fira Sans"/>
              <a:cs typeface="Fira Sans"/>
              <a:sym typeface="Fira Sans"/>
            </a:endParaRPr>
          </a:p>
          <a:p>
            <a:pPr marL="457200" lvl="0" indent="0" algn="l" rtl="0">
              <a:spcBef>
                <a:spcPts val="0"/>
              </a:spcBef>
              <a:spcAft>
                <a:spcPts val="0"/>
              </a:spcAft>
              <a:buNone/>
            </a:pPr>
            <a:br>
              <a:rPr lang="en" sz="1600">
                <a:solidFill>
                  <a:schemeClr val="lt1"/>
                </a:solidFill>
                <a:latin typeface="Fira Sans"/>
                <a:ea typeface="Fira Sans"/>
                <a:cs typeface="Fira Sans"/>
                <a:sym typeface="Fira Sans"/>
              </a:rPr>
            </a:br>
            <a:endParaRPr sz="1600">
              <a:solidFill>
                <a:schemeClr val="lt1"/>
              </a:solidFill>
              <a:latin typeface="Fira Sans"/>
              <a:ea typeface="Fira Sans"/>
              <a:cs typeface="Fira Sans"/>
              <a:sym typeface="Fira Sans"/>
            </a:endParaRPr>
          </a:p>
        </p:txBody>
      </p:sp>
      <p:pic>
        <p:nvPicPr>
          <p:cNvPr id="391" name="Google Shape;391;p73"/>
          <p:cNvPicPr preferRelativeResize="0"/>
          <p:nvPr/>
        </p:nvPicPr>
        <p:blipFill>
          <a:blip r:embed="rId4">
            <a:alphaModFix/>
          </a:blip>
          <a:stretch>
            <a:fillRect/>
          </a:stretch>
        </p:blipFill>
        <p:spPr>
          <a:xfrm>
            <a:off x="3694925" y="3511900"/>
            <a:ext cx="1902750" cy="5496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74"/>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31</a:t>
            </a:fld>
            <a:endParaRPr/>
          </a:p>
        </p:txBody>
      </p:sp>
      <p:pic>
        <p:nvPicPr>
          <p:cNvPr id="397" name="Google Shape;397;p74"/>
          <p:cNvPicPr preferRelativeResize="0"/>
          <p:nvPr/>
        </p:nvPicPr>
        <p:blipFill>
          <a:blip r:embed="rId3">
            <a:alphaModFix/>
          </a:blip>
          <a:stretch>
            <a:fillRect/>
          </a:stretch>
        </p:blipFill>
        <p:spPr>
          <a:xfrm>
            <a:off x="152400" y="152400"/>
            <a:ext cx="5456624" cy="1521050"/>
          </a:xfrm>
          <a:prstGeom prst="rect">
            <a:avLst/>
          </a:prstGeom>
          <a:noFill/>
          <a:ln>
            <a:noFill/>
          </a:ln>
        </p:spPr>
      </p:pic>
      <p:sp>
        <p:nvSpPr>
          <p:cNvPr id="398" name="Google Shape;398;p74"/>
          <p:cNvSpPr txBox="1"/>
          <p:nvPr/>
        </p:nvSpPr>
        <p:spPr>
          <a:xfrm>
            <a:off x="420100" y="1884825"/>
            <a:ext cx="7675500" cy="23277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lt1"/>
              </a:buClr>
              <a:buSzPts val="1600"/>
              <a:buFont typeface="Fira Sans"/>
              <a:buChar char="❏"/>
            </a:pPr>
            <a:r>
              <a:rPr lang="en" sz="1600" dirty="0">
                <a:solidFill>
                  <a:srgbClr val="00FF00"/>
                </a:solidFill>
                <a:latin typeface="Fira Sans"/>
                <a:ea typeface="Fira Sans"/>
                <a:cs typeface="Fira Sans"/>
                <a:sym typeface="Fira Sans"/>
              </a:rPr>
              <a:t>Top-K sampling </a:t>
            </a:r>
            <a:r>
              <a:rPr lang="en" sz="1600" dirty="0">
                <a:solidFill>
                  <a:schemeClr val="lt1"/>
                </a:solidFill>
                <a:latin typeface="Fira Sans"/>
                <a:ea typeface="Fira Sans"/>
                <a:cs typeface="Fira Sans"/>
                <a:sym typeface="Fira Sans"/>
              </a:rPr>
              <a:t>- </a:t>
            </a:r>
            <a:r>
              <a:rPr lang="en" sz="1600" i="1" dirty="0">
                <a:solidFill>
                  <a:schemeClr val="lt1"/>
                </a:solidFill>
                <a:latin typeface="Fira Sans"/>
                <a:ea typeface="Fira Sans"/>
                <a:cs typeface="Fira Sans"/>
                <a:sym typeface="Fira Sans"/>
              </a:rPr>
              <a:t>K</a:t>
            </a:r>
            <a:r>
              <a:rPr lang="en" sz="1600" dirty="0">
                <a:solidFill>
                  <a:schemeClr val="lt1"/>
                </a:solidFill>
                <a:latin typeface="Fira Sans"/>
                <a:ea typeface="Fira Sans"/>
                <a:cs typeface="Fira Sans"/>
                <a:sym typeface="Fira Sans"/>
              </a:rPr>
              <a:t> most likely next words are filtered and the probability mass is redistributed among only those </a:t>
            </a:r>
            <a:r>
              <a:rPr lang="en" sz="1600" i="1" dirty="0">
                <a:solidFill>
                  <a:schemeClr val="lt1"/>
                </a:solidFill>
                <a:latin typeface="Fira Sans"/>
                <a:ea typeface="Fira Sans"/>
                <a:cs typeface="Fira Sans"/>
                <a:sym typeface="Fira Sans"/>
              </a:rPr>
              <a:t>K</a:t>
            </a:r>
            <a:r>
              <a:rPr lang="en" sz="1600" dirty="0">
                <a:solidFill>
                  <a:schemeClr val="lt1"/>
                </a:solidFill>
                <a:latin typeface="Fira Sans"/>
                <a:ea typeface="Fira Sans"/>
                <a:cs typeface="Fira Sans"/>
                <a:sym typeface="Fira Sans"/>
              </a:rPr>
              <a:t> next words. Then sample! GPT-2 used this and was successful in story generation tasks.</a:t>
            </a:r>
            <a:br>
              <a:rPr lang="en" sz="1600" dirty="0">
                <a:solidFill>
                  <a:schemeClr val="lt1"/>
                </a:solidFill>
                <a:latin typeface="Fira Sans"/>
                <a:ea typeface="Fira Sans"/>
                <a:cs typeface="Fira Sans"/>
                <a:sym typeface="Fira Sans"/>
              </a:rPr>
            </a:br>
            <a:br>
              <a:rPr lang="en" sz="1600" dirty="0">
                <a:solidFill>
                  <a:schemeClr val="lt1"/>
                </a:solidFill>
                <a:latin typeface="Fira Sans"/>
                <a:ea typeface="Fira Sans"/>
                <a:cs typeface="Fira Sans"/>
                <a:sym typeface="Fira Sans"/>
              </a:rPr>
            </a:br>
            <a:br>
              <a:rPr lang="en" sz="1600" dirty="0">
                <a:solidFill>
                  <a:schemeClr val="lt1"/>
                </a:solidFill>
                <a:latin typeface="Fira Sans"/>
                <a:ea typeface="Fira Sans"/>
                <a:cs typeface="Fira Sans"/>
                <a:sym typeface="Fira Sans"/>
              </a:rPr>
            </a:br>
            <a:br>
              <a:rPr lang="en" sz="1600" dirty="0">
                <a:solidFill>
                  <a:schemeClr val="lt1"/>
                </a:solidFill>
                <a:latin typeface="Fira Sans"/>
                <a:ea typeface="Fira Sans"/>
                <a:cs typeface="Fira Sans"/>
                <a:sym typeface="Fira Sans"/>
              </a:rPr>
            </a:br>
            <a:endParaRPr sz="1600" dirty="0">
              <a:solidFill>
                <a:schemeClr val="lt1"/>
              </a:solidFill>
              <a:latin typeface="Fira Sans"/>
              <a:ea typeface="Fira Sans"/>
              <a:cs typeface="Fira Sans"/>
              <a:sym typeface="Fira Sans"/>
            </a:endParaRPr>
          </a:p>
        </p:txBody>
      </p:sp>
      <p:pic>
        <p:nvPicPr>
          <p:cNvPr id="399" name="Google Shape;399;p74"/>
          <p:cNvPicPr preferRelativeResize="0"/>
          <p:nvPr/>
        </p:nvPicPr>
        <p:blipFill>
          <a:blip r:embed="rId4">
            <a:alphaModFix/>
          </a:blip>
          <a:stretch>
            <a:fillRect/>
          </a:stretch>
        </p:blipFill>
        <p:spPr>
          <a:xfrm>
            <a:off x="738025" y="2767526"/>
            <a:ext cx="4746100" cy="20914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7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solidFill>
                  <a:srgbClr val="00FF00"/>
                </a:solidFill>
              </a:rPr>
              <a:t>Nucleus Sampling</a:t>
            </a:r>
            <a:r>
              <a:rPr lang="en"/>
              <a:t> - </a:t>
            </a:r>
            <a:r>
              <a:rPr lang="en" sz="1600">
                <a:solidFill>
                  <a:schemeClr val="lt1"/>
                </a:solidFill>
              </a:rPr>
              <a:t>Choose from the smallest possible set of words whose cumulative probability exceeds the probability </a:t>
            </a:r>
            <a:r>
              <a:rPr lang="en" sz="1600" i="1">
                <a:solidFill>
                  <a:srgbClr val="00FF00"/>
                </a:solidFill>
              </a:rPr>
              <a:t>p</a:t>
            </a:r>
            <a:br>
              <a:rPr lang="en" sz="1600" i="1">
                <a:solidFill>
                  <a:srgbClr val="00FF00"/>
                </a:solidFill>
              </a:rPr>
            </a:br>
            <a:br>
              <a:rPr lang="en" sz="1600" i="1">
                <a:solidFill>
                  <a:srgbClr val="00FF00"/>
                </a:solidFill>
              </a:rPr>
            </a:br>
            <a:endParaRPr sz="1600">
              <a:solidFill>
                <a:schemeClr val="lt1"/>
              </a:solidFill>
            </a:endParaRPr>
          </a:p>
        </p:txBody>
      </p:sp>
      <p:sp>
        <p:nvSpPr>
          <p:cNvPr id="405" name="Google Shape;405;p75"/>
          <p:cNvSpPr txBox="1">
            <a:spLocks noGrp="1"/>
          </p:cNvSpPr>
          <p:nvPr>
            <p:ph type="sldNum" idx="12"/>
          </p:nvPr>
        </p:nvSpPr>
        <p:spPr>
          <a:xfrm>
            <a:off x="63933" y="47036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fld id="{00000000-1234-1234-1234-123412341234}" type="slidenum">
              <a:rPr lang="en"/>
              <a:t>32</a:t>
            </a:fld>
            <a:endParaRPr/>
          </a:p>
        </p:txBody>
      </p:sp>
      <p:pic>
        <p:nvPicPr>
          <p:cNvPr id="406" name="Google Shape;406;p75"/>
          <p:cNvPicPr preferRelativeResize="0"/>
          <p:nvPr/>
        </p:nvPicPr>
        <p:blipFill>
          <a:blip r:embed="rId3">
            <a:alphaModFix/>
          </a:blip>
          <a:stretch>
            <a:fillRect/>
          </a:stretch>
        </p:blipFill>
        <p:spPr>
          <a:xfrm>
            <a:off x="874275" y="2041275"/>
            <a:ext cx="5881526" cy="2527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EE0BC-6BC9-D2CE-36AD-D3E3B9105BD6}"/>
              </a:ext>
            </a:extLst>
          </p:cNvPr>
          <p:cNvSpPr>
            <a:spLocks noGrp="1"/>
          </p:cNvSpPr>
          <p:nvPr>
            <p:ph type="title"/>
          </p:nvPr>
        </p:nvSpPr>
        <p:spPr/>
        <p:txBody>
          <a:bodyPr/>
          <a:lstStyle/>
          <a:p>
            <a:r>
              <a:rPr lang="en-US" dirty="0"/>
              <a:t>Summary</a:t>
            </a:r>
          </a:p>
        </p:txBody>
      </p:sp>
      <p:sp>
        <p:nvSpPr>
          <p:cNvPr id="3" name="Slide Number Placeholder 2">
            <a:extLst>
              <a:ext uri="{FF2B5EF4-FFF2-40B4-BE49-F238E27FC236}">
                <a16:creationId xmlns:a16="http://schemas.microsoft.com/office/drawing/2014/main" id="{F05997EE-DC2C-3057-183D-4FCE656CD78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sp>
        <p:nvSpPr>
          <p:cNvPr id="5" name="TextBox 4">
            <a:extLst>
              <a:ext uri="{FF2B5EF4-FFF2-40B4-BE49-F238E27FC236}">
                <a16:creationId xmlns:a16="http://schemas.microsoft.com/office/drawing/2014/main" id="{8284CB2A-45BD-0FA8-9361-CA1AD55D5347}"/>
              </a:ext>
            </a:extLst>
          </p:cNvPr>
          <p:cNvSpPr txBox="1"/>
          <p:nvPr/>
        </p:nvSpPr>
        <p:spPr>
          <a:xfrm>
            <a:off x="628650" y="1268044"/>
            <a:ext cx="8316942" cy="954107"/>
          </a:xfrm>
          <a:prstGeom prst="rect">
            <a:avLst/>
          </a:prstGeom>
          <a:noFill/>
        </p:spPr>
        <p:txBody>
          <a:bodyPr wrap="square">
            <a:spAutoFit/>
          </a:bodyPr>
          <a:lstStyle/>
          <a:p>
            <a:r>
              <a:rPr lang="en" dirty="0">
                <a:solidFill>
                  <a:schemeClr val="bg1"/>
                </a:solidFill>
              </a:rPr>
              <a:t>Transformer Architecture </a:t>
            </a:r>
          </a:p>
          <a:p>
            <a:r>
              <a:rPr lang="en" dirty="0">
                <a:solidFill>
                  <a:schemeClr val="bg1"/>
                </a:solidFill>
              </a:rPr>
              <a:t>Encoder / Decoder / Encoder-Decoder</a:t>
            </a:r>
          </a:p>
          <a:p>
            <a:r>
              <a:rPr lang="en" dirty="0">
                <a:solidFill>
                  <a:schemeClr val="bg1"/>
                </a:solidFill>
              </a:rPr>
              <a:t>GPT and Decoding Mechanism</a:t>
            </a:r>
          </a:p>
          <a:p>
            <a:r>
              <a:rPr lang="en" dirty="0">
                <a:solidFill>
                  <a:schemeClr val="bg1"/>
                </a:solidFill>
              </a:rPr>
              <a:t>T5 </a:t>
            </a:r>
            <a:endParaRPr lang="en-US" dirty="0">
              <a:solidFill>
                <a:schemeClr val="bg1"/>
              </a:solidFill>
            </a:endParaRPr>
          </a:p>
        </p:txBody>
      </p:sp>
    </p:spTree>
    <p:extLst>
      <p:ext uri="{BB962C8B-B14F-4D97-AF65-F5344CB8AC3E}">
        <p14:creationId xmlns:p14="http://schemas.microsoft.com/office/powerpoint/2010/main" val="1284874692"/>
      </p:ext>
    </p:extLst>
  </p:cSld>
  <p:clrMapOvr>
    <a:masterClrMapping/>
  </p:clrMapOvr>
</p:sld>
</file>

<file path=ppt/theme/theme1.xml><?xml version="1.0" encoding="utf-8"?>
<a:theme xmlns:a="http://schemas.openxmlformats.org/drawingml/2006/main" name="IK.Presentation.Theme.1">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K.Presentation.Theme.1">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27401</TotalTime>
  <Words>1623</Words>
  <Application>Microsoft Macintosh PowerPoint</Application>
  <PresentationFormat>On-screen Show (16:9)</PresentationFormat>
  <Paragraphs>183</Paragraphs>
  <Slides>33</Slides>
  <Notes>32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33</vt:i4>
      </vt:variant>
    </vt:vector>
  </HeadingPairs>
  <TitlesOfParts>
    <vt:vector size="43" baseType="lpstr">
      <vt:lpstr>Arial</vt:lpstr>
      <vt:lpstr>Fira Sans</vt:lpstr>
      <vt:lpstr>LMRoman10</vt:lpstr>
      <vt:lpstr>Helvetica</vt:lpstr>
      <vt:lpstr>Calibri</vt:lpstr>
      <vt:lpstr>Roboto</vt:lpstr>
      <vt:lpstr>Wingdings</vt:lpstr>
      <vt:lpstr>-apple-system</vt:lpstr>
      <vt:lpstr>IK.Presentation.Theme.1</vt:lpstr>
      <vt:lpstr>IK.Presentation.Theme.1</vt:lpstr>
      <vt:lpstr>Machine Learning INET Fall 2024</vt:lpstr>
      <vt:lpstr>Agenda</vt:lpstr>
      <vt:lpstr>Training: Pre-Training vs Alignment </vt:lpstr>
      <vt:lpstr>Transformers </vt:lpstr>
      <vt:lpstr>Transformers </vt:lpstr>
      <vt:lpstr>Transformers</vt:lpstr>
      <vt:lpstr>Encoder – zoom in</vt:lpstr>
      <vt:lpstr>PowerPoint Presentation</vt:lpstr>
      <vt:lpstr>PowerPoint Presentation</vt:lpstr>
      <vt:lpstr>PowerPoint Presentation</vt:lpstr>
      <vt:lpstr>Encoder Layer - Closer Look</vt:lpstr>
      <vt:lpstr>Transformers - For the nth time!</vt:lpstr>
      <vt:lpstr>Decoder Block</vt:lpstr>
      <vt:lpstr>Decoder Block</vt:lpstr>
      <vt:lpstr>Decoder Block</vt:lpstr>
      <vt:lpstr>Decoder Block</vt:lpstr>
      <vt:lpstr>Decoder Block</vt:lpstr>
      <vt:lpstr>Illustrations from Attention is all you need (Vaswani et al)</vt:lpstr>
      <vt:lpstr>PowerPoint Presentation</vt:lpstr>
      <vt:lpstr>PowerPoint Presentation</vt:lpstr>
      <vt:lpstr>Pre-training using self-supervision</vt:lpstr>
      <vt:lpstr>T5 and Multi-Task Learning</vt:lpstr>
      <vt:lpstr>T5</vt:lpstr>
      <vt:lpstr>T5</vt:lpstr>
      <vt:lpstr>T5</vt:lpstr>
      <vt:lpstr>GPT = Generative Pre-training</vt:lpstr>
      <vt:lpstr>GPT &amp; GPT-2</vt:lpstr>
      <vt:lpstr>Challenges with generative models and some solutions</vt:lpstr>
      <vt:lpstr>Decoding Mechanisms</vt:lpstr>
      <vt:lpstr>PowerPoint Presentation</vt:lpstr>
      <vt:lpstr>PowerPoint Presentation</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 - Text to Text  Instructor: Parivesh</dc:title>
  <cp:lastModifiedBy>Microsoft Office User</cp:lastModifiedBy>
  <cp:revision>68</cp:revision>
  <dcterms:modified xsi:type="dcterms:W3CDTF">2024-11-19T22:15:53Z</dcterms:modified>
</cp:coreProperties>
</file>